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0"/>
  </p:notesMasterIdLst>
  <p:sldIdLst>
    <p:sldId id="256" r:id="rId2"/>
    <p:sldId id="266" r:id="rId3"/>
    <p:sldId id="267" r:id="rId4"/>
    <p:sldId id="274" r:id="rId5"/>
    <p:sldId id="270" r:id="rId6"/>
    <p:sldId id="271" r:id="rId7"/>
    <p:sldId id="272" r:id="rId8"/>
    <p:sldId id="273" r:id="rId9"/>
    <p:sldId id="268" r:id="rId10"/>
    <p:sldId id="257" r:id="rId11"/>
    <p:sldId id="258" r:id="rId12"/>
    <p:sldId id="259" r:id="rId13"/>
    <p:sldId id="260" r:id="rId14"/>
    <p:sldId id="261" r:id="rId15"/>
    <p:sldId id="262" r:id="rId16"/>
    <p:sldId id="263" r:id="rId17"/>
    <p:sldId id="264" r:id="rId18"/>
    <p:sldId id="265" r:id="rId19"/>
  </p:sldIdLst>
  <p:sldSz cx="9144000" cy="5143500" type="screen16x9"/>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1pPr>
    <a:lvl2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2pPr>
    <a:lvl3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3pPr>
    <a:lvl4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4pPr>
    <a:lvl5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5pPr>
    <a:lvl6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6pPr>
    <a:lvl7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7pPr>
    <a:lvl8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8pPr>
    <a:lvl9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9525" cap="flat">
              <a:solidFill>
                <a:srgbClr val="9E9E9E"/>
              </a:solidFill>
              <a:prstDash val="solid"/>
              <a:round/>
            </a:ln>
          </a:left>
          <a:right>
            <a:ln w="9525" cap="flat">
              <a:solidFill>
                <a:srgbClr val="9E9E9E"/>
              </a:solidFill>
              <a:prstDash val="solid"/>
              <a:round/>
            </a:ln>
          </a:right>
          <a:top>
            <a:ln w="9525" cap="flat">
              <a:solidFill>
                <a:srgbClr val="9E9E9E"/>
              </a:solidFill>
              <a:prstDash val="solid"/>
              <a:round/>
            </a:ln>
          </a:top>
          <a:bottom>
            <a:ln w="9525" cap="flat">
              <a:solidFill>
                <a:srgbClr val="9E9E9E"/>
              </a:solidFill>
              <a:prstDash val="solid"/>
              <a:round/>
            </a:ln>
          </a:bottom>
          <a:insideH>
            <a:ln w="9525" cap="flat">
              <a:solidFill>
                <a:srgbClr val="9E9E9E"/>
              </a:solidFill>
              <a:prstDash val="solid"/>
              <a:round/>
            </a:ln>
          </a:insideH>
          <a:insideV>
            <a:ln w="9525" cap="flat">
              <a:solidFill>
                <a:srgbClr val="9E9E9E"/>
              </a:solidFill>
              <a:prstDash val="solid"/>
              <a:round/>
            </a:ln>
          </a:insideV>
        </a:tcBdr>
        <a:fill>
          <a:noFill/>
        </a:fill>
      </a:tcStyle>
    </a:wholeTbl>
    <a:band2H>
      <a:tcTxStyle/>
      <a:tcStyle>
        <a:tcBdr/>
        <a:fill>
          <a:solidFill>
            <a:srgbClr val="FFFFFF"/>
          </a:solidFill>
        </a:fill>
      </a:tcStyle>
    </a:band2H>
    <a:firstCol>
      <a:tcTxStyle b="off" i="off">
        <a:fontRef idx="minor">
          <a:srgbClr val="000000"/>
        </a:fontRef>
        <a:srgbClr val="000000"/>
      </a:tcTxStyle>
      <a:tcStyle>
        <a:tcBdr>
          <a:left>
            <a:ln w="9525" cap="flat">
              <a:solidFill>
                <a:srgbClr val="9E9E9E"/>
              </a:solidFill>
              <a:prstDash val="solid"/>
              <a:round/>
            </a:ln>
          </a:left>
          <a:right>
            <a:ln w="9525" cap="flat">
              <a:solidFill>
                <a:srgbClr val="9E9E9E"/>
              </a:solidFill>
              <a:prstDash val="solid"/>
              <a:round/>
            </a:ln>
          </a:right>
          <a:top>
            <a:ln w="9525" cap="flat">
              <a:solidFill>
                <a:srgbClr val="9E9E9E"/>
              </a:solidFill>
              <a:prstDash val="solid"/>
              <a:round/>
            </a:ln>
          </a:top>
          <a:bottom>
            <a:ln w="9525" cap="flat">
              <a:solidFill>
                <a:srgbClr val="9E9E9E"/>
              </a:solidFill>
              <a:prstDash val="solid"/>
              <a:round/>
            </a:ln>
          </a:bottom>
          <a:insideH>
            <a:ln w="9525" cap="flat">
              <a:solidFill>
                <a:srgbClr val="9E9E9E"/>
              </a:solidFill>
              <a:prstDash val="solid"/>
              <a:round/>
            </a:ln>
          </a:insideH>
          <a:insideV>
            <a:ln w="9525" cap="flat">
              <a:solidFill>
                <a:srgbClr val="9E9E9E"/>
              </a:solidFill>
              <a:prstDash val="solid"/>
              <a:round/>
            </a:ln>
          </a:insideV>
        </a:tcBdr>
        <a:fill>
          <a:noFill/>
        </a:fill>
      </a:tcStyle>
    </a:firstCol>
    <a:lastRow>
      <a:tcTxStyle b="off" i="off">
        <a:fontRef idx="minor">
          <a:srgbClr val="000000"/>
        </a:fontRef>
        <a:srgbClr val="000000"/>
      </a:tcTxStyle>
      <a:tcStyle>
        <a:tcBdr>
          <a:left>
            <a:ln w="9525" cap="flat">
              <a:solidFill>
                <a:srgbClr val="9E9E9E"/>
              </a:solidFill>
              <a:prstDash val="solid"/>
              <a:round/>
            </a:ln>
          </a:left>
          <a:right>
            <a:ln w="9525" cap="flat">
              <a:solidFill>
                <a:srgbClr val="9E9E9E"/>
              </a:solidFill>
              <a:prstDash val="solid"/>
              <a:round/>
            </a:ln>
          </a:right>
          <a:top>
            <a:ln w="9525" cap="flat">
              <a:solidFill>
                <a:srgbClr val="9E9E9E"/>
              </a:solidFill>
              <a:prstDash val="solid"/>
              <a:round/>
            </a:ln>
          </a:top>
          <a:bottom>
            <a:ln w="9525" cap="flat">
              <a:solidFill>
                <a:srgbClr val="9E9E9E"/>
              </a:solidFill>
              <a:prstDash val="solid"/>
              <a:round/>
            </a:ln>
          </a:bottom>
          <a:insideH>
            <a:ln w="9525" cap="flat">
              <a:solidFill>
                <a:srgbClr val="9E9E9E"/>
              </a:solidFill>
              <a:prstDash val="solid"/>
              <a:round/>
            </a:ln>
          </a:insideH>
          <a:insideV>
            <a:ln w="9525" cap="flat">
              <a:solidFill>
                <a:srgbClr val="9E9E9E"/>
              </a:solidFill>
              <a:prstDash val="solid"/>
              <a:round/>
            </a:ln>
          </a:insideV>
        </a:tcBdr>
        <a:fill>
          <a:noFill/>
        </a:fill>
      </a:tcStyle>
    </a:lastRow>
    <a:firstRow>
      <a:tcTxStyle b="off" i="off">
        <a:fontRef idx="minor">
          <a:srgbClr val="000000"/>
        </a:fontRef>
        <a:srgbClr val="000000"/>
      </a:tcTxStyle>
      <a:tcStyle>
        <a:tcBdr>
          <a:left>
            <a:ln w="9525" cap="flat">
              <a:solidFill>
                <a:srgbClr val="9E9E9E"/>
              </a:solidFill>
              <a:prstDash val="solid"/>
              <a:round/>
            </a:ln>
          </a:left>
          <a:right>
            <a:ln w="9525" cap="flat">
              <a:solidFill>
                <a:srgbClr val="9E9E9E"/>
              </a:solidFill>
              <a:prstDash val="solid"/>
              <a:round/>
            </a:ln>
          </a:right>
          <a:top>
            <a:ln w="9525" cap="flat">
              <a:solidFill>
                <a:srgbClr val="9E9E9E"/>
              </a:solidFill>
              <a:prstDash val="solid"/>
              <a:round/>
            </a:ln>
          </a:top>
          <a:bottom>
            <a:ln w="9525" cap="flat">
              <a:solidFill>
                <a:srgbClr val="9E9E9E"/>
              </a:solidFill>
              <a:prstDash val="solid"/>
              <a:round/>
            </a:ln>
          </a:bottom>
          <a:insideH>
            <a:ln w="9525" cap="flat">
              <a:solidFill>
                <a:srgbClr val="9E9E9E"/>
              </a:solidFill>
              <a:prstDash val="solid"/>
              <a:round/>
            </a:ln>
          </a:insideH>
          <a:insideV>
            <a:ln w="9525" cap="flat">
              <a:solidFill>
                <a:srgbClr val="9E9E9E"/>
              </a:solidFill>
              <a:prstDash val="solid"/>
              <a:round/>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FE2CD"/>
          </a:solidFill>
        </a:fill>
      </a:tcStyle>
    </a:wholeTbl>
    <a:band2H>
      <a:tcTxStyle/>
      <a:tcStyle>
        <a:tcBdr/>
        <a:fill>
          <a:solidFill>
            <a:srgbClr val="FFF1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5DBDE"/>
          </a:solidFill>
        </a:fill>
      </a:tcStyle>
    </a:wholeTbl>
    <a:band2H>
      <a:tcTxStyle/>
      <a:tcStyle>
        <a:tcBdr/>
        <a:fill>
          <a:solidFill>
            <a:srgbClr val="EBEEEF"/>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8FFCD"/>
          </a:solidFill>
        </a:fill>
      </a:tcStyle>
    </a:wholeTbl>
    <a:band2H>
      <a:tcTxStyle/>
      <a:tcStyle>
        <a:tcBdr/>
        <a:fill>
          <a:solidFill>
            <a:srgbClr val="FCFF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33BA23B1-9221-436E-865A-0063620EA4FD}"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6050"/>
    <p:restoredTop sz="94384"/>
  </p:normalViewPr>
  <p:slideViewPr>
    <p:cSldViewPr snapToGrid="0">
      <p:cViewPr varScale="1">
        <p:scale>
          <a:sx n="111" d="100"/>
          <a:sy n="111" d="100"/>
        </p:scale>
        <p:origin x="200" y="9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6" name="Shape 106"/>
          <p:cNvSpPr>
            <a:spLocks noGrp="1" noRot="1" noChangeAspect="1"/>
          </p:cNvSpPr>
          <p:nvPr>
            <p:ph type="sldImg"/>
          </p:nvPr>
        </p:nvSpPr>
        <p:spPr>
          <a:xfrm>
            <a:off x="1143000" y="685800"/>
            <a:ext cx="4572000" cy="3429000"/>
          </a:xfrm>
          <a:prstGeom prst="rect">
            <a:avLst/>
          </a:prstGeom>
        </p:spPr>
        <p:txBody>
          <a:bodyPr/>
          <a:lstStyle/>
          <a:p>
            <a:endParaRPr/>
          </a:p>
        </p:txBody>
      </p:sp>
      <p:sp>
        <p:nvSpPr>
          <p:cNvPr id="107" name="Shape 107"/>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defRPr sz="1400">
        <a:latin typeface="+mn-lt"/>
        <a:ea typeface="+mn-ea"/>
        <a:cs typeface="+mn-cs"/>
        <a:sym typeface="Arial"/>
      </a:defRPr>
    </a:lvl1pPr>
    <a:lvl2pPr indent="228600" latinLnBrk="0">
      <a:defRPr sz="1400">
        <a:latin typeface="+mn-lt"/>
        <a:ea typeface="+mn-ea"/>
        <a:cs typeface="+mn-cs"/>
        <a:sym typeface="Arial"/>
      </a:defRPr>
    </a:lvl2pPr>
    <a:lvl3pPr indent="457200" latinLnBrk="0">
      <a:defRPr sz="1400">
        <a:latin typeface="+mn-lt"/>
        <a:ea typeface="+mn-ea"/>
        <a:cs typeface="+mn-cs"/>
        <a:sym typeface="Arial"/>
      </a:defRPr>
    </a:lvl3pPr>
    <a:lvl4pPr indent="685800" latinLnBrk="0">
      <a:defRPr sz="1400">
        <a:latin typeface="+mn-lt"/>
        <a:ea typeface="+mn-ea"/>
        <a:cs typeface="+mn-cs"/>
        <a:sym typeface="Arial"/>
      </a:defRPr>
    </a:lvl4pPr>
    <a:lvl5pPr indent="914400" latinLnBrk="0">
      <a:defRPr sz="1400">
        <a:latin typeface="+mn-lt"/>
        <a:ea typeface="+mn-ea"/>
        <a:cs typeface="+mn-cs"/>
        <a:sym typeface="Arial"/>
      </a:defRPr>
    </a:lvl5pPr>
    <a:lvl6pPr indent="1143000" latinLnBrk="0">
      <a:defRPr sz="1400">
        <a:latin typeface="+mn-lt"/>
        <a:ea typeface="+mn-ea"/>
        <a:cs typeface="+mn-cs"/>
        <a:sym typeface="Arial"/>
      </a:defRPr>
    </a:lvl6pPr>
    <a:lvl7pPr indent="1371600" latinLnBrk="0">
      <a:defRPr sz="1400">
        <a:latin typeface="+mn-lt"/>
        <a:ea typeface="+mn-ea"/>
        <a:cs typeface="+mn-cs"/>
        <a:sym typeface="Arial"/>
      </a:defRPr>
    </a:lvl7pPr>
    <a:lvl8pPr indent="1600200" latinLnBrk="0">
      <a:defRPr sz="1400">
        <a:latin typeface="+mn-lt"/>
        <a:ea typeface="+mn-ea"/>
        <a:cs typeface="+mn-cs"/>
        <a:sym typeface="Arial"/>
      </a:defRPr>
    </a:lvl8pPr>
    <a:lvl9pPr indent="1828800" latinLnBrk="0">
      <a:defRPr sz="1400">
        <a:latin typeface="+mn-lt"/>
        <a:ea typeface="+mn-ea"/>
        <a:cs typeface="+mn-cs"/>
        <a:sym typeface="Arial"/>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p:spTree>
      <p:nvGrpSpPr>
        <p:cNvPr id="1" name=""/>
        <p:cNvGrpSpPr/>
        <p:nvPr/>
      </p:nvGrpSpPr>
      <p:grpSpPr>
        <a:xfrm>
          <a:off x="0" y="0"/>
          <a:ext cx="0" cy="0"/>
          <a:chOff x="0" y="0"/>
          <a:chExt cx="0" cy="0"/>
        </a:xfrm>
      </p:grpSpPr>
      <p:sp>
        <p:nvSpPr>
          <p:cNvPr id="11" name="Title Text"/>
          <p:cNvSpPr txBox="1">
            <a:spLocks noGrp="1"/>
          </p:cNvSpPr>
          <p:nvPr>
            <p:ph type="title"/>
          </p:nvPr>
        </p:nvSpPr>
        <p:spPr>
          <a:xfrm>
            <a:off x="311708" y="744574"/>
            <a:ext cx="8520601" cy="2052601"/>
          </a:xfrm>
          <a:prstGeom prst="rect">
            <a:avLst/>
          </a:prstGeom>
        </p:spPr>
        <p:txBody>
          <a:bodyPr anchor="b"/>
          <a:lstStyle>
            <a:lvl1pPr algn="ctr">
              <a:defRPr sz="5200"/>
            </a:lvl1pPr>
          </a:lstStyle>
          <a:p>
            <a:r>
              <a:t>Title Text</a:t>
            </a:r>
          </a:p>
        </p:txBody>
      </p:sp>
      <p:sp>
        <p:nvSpPr>
          <p:cNvPr id="12" name="Body Level One…"/>
          <p:cNvSpPr txBox="1">
            <a:spLocks noGrp="1"/>
          </p:cNvSpPr>
          <p:nvPr>
            <p:ph type="body" sz="quarter" idx="1"/>
          </p:nvPr>
        </p:nvSpPr>
        <p:spPr>
          <a:xfrm>
            <a:off x="311699" y="2834125"/>
            <a:ext cx="8520602" cy="792601"/>
          </a:xfrm>
          <a:prstGeom prst="rect">
            <a:avLst/>
          </a:prstGeom>
        </p:spPr>
        <p:txBody>
          <a:bodyPr/>
          <a:lstStyle>
            <a:lvl1pPr marL="342900" indent="-228600" algn="ctr">
              <a:lnSpc>
                <a:spcPct val="100000"/>
              </a:lnSpc>
              <a:buClrTx/>
              <a:buSzTx/>
              <a:buFontTx/>
              <a:buNone/>
              <a:defRPr sz="2800"/>
            </a:lvl1pPr>
            <a:lvl2pPr marL="342900" indent="254000" algn="ctr">
              <a:lnSpc>
                <a:spcPct val="100000"/>
              </a:lnSpc>
              <a:buClrTx/>
              <a:buSzTx/>
              <a:buFontTx/>
              <a:buNone/>
              <a:defRPr sz="2800"/>
            </a:lvl2pPr>
            <a:lvl3pPr marL="342900" indent="711200" algn="ctr">
              <a:lnSpc>
                <a:spcPct val="100000"/>
              </a:lnSpc>
              <a:buClrTx/>
              <a:buSzTx/>
              <a:buFontTx/>
              <a:buNone/>
              <a:defRPr sz="2800"/>
            </a:lvl3pPr>
            <a:lvl4pPr marL="342900" indent="1168400" algn="ctr">
              <a:lnSpc>
                <a:spcPct val="100000"/>
              </a:lnSpc>
              <a:buClrTx/>
              <a:buSzTx/>
              <a:buFontTx/>
              <a:buNone/>
              <a:defRPr sz="2800"/>
            </a:lvl4pPr>
            <a:lvl5pPr marL="342900" indent="1625600" algn="ctr">
              <a:lnSpc>
                <a:spcPct val="100000"/>
              </a:lnSpc>
              <a:buClrTx/>
              <a:buSzTx/>
              <a:buFontTx/>
              <a:buNone/>
              <a:defRPr sz="2800"/>
            </a:lvl5pPr>
          </a:lstStyle>
          <a:p>
            <a:r>
              <a:t>Body Level One</a:t>
            </a:r>
          </a:p>
          <a:p>
            <a:pPr lvl="1"/>
            <a:r>
              <a:t>Body Level Two</a:t>
            </a:r>
          </a:p>
          <a:p>
            <a:pPr lvl="2"/>
            <a:r>
              <a:t>Body Level Three</a:t>
            </a:r>
          </a:p>
          <a:p>
            <a:pPr lvl="3"/>
            <a:r>
              <a:t>Body Level Four</a:t>
            </a:r>
          </a:p>
          <a:p>
            <a:pPr lvl="4"/>
            <a:r>
              <a:t>Body Level Five</a:t>
            </a:r>
          </a:p>
        </p:txBody>
      </p:sp>
      <p:sp>
        <p:nvSpPr>
          <p:cNvPr id="1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SECTION_HEADER">
    <p:spTree>
      <p:nvGrpSpPr>
        <p:cNvPr id="1" name=""/>
        <p:cNvGrpSpPr/>
        <p:nvPr/>
      </p:nvGrpSpPr>
      <p:grpSpPr>
        <a:xfrm>
          <a:off x="0" y="0"/>
          <a:ext cx="0" cy="0"/>
          <a:chOff x="0" y="0"/>
          <a:chExt cx="0" cy="0"/>
        </a:xfrm>
      </p:grpSpPr>
      <p:sp>
        <p:nvSpPr>
          <p:cNvPr id="20" name="Title Text"/>
          <p:cNvSpPr txBox="1">
            <a:spLocks noGrp="1"/>
          </p:cNvSpPr>
          <p:nvPr>
            <p:ph type="title"/>
          </p:nvPr>
        </p:nvSpPr>
        <p:spPr>
          <a:xfrm>
            <a:off x="311699" y="2150849"/>
            <a:ext cx="8520602" cy="841801"/>
          </a:xfrm>
          <a:prstGeom prst="rect">
            <a:avLst/>
          </a:prstGeom>
        </p:spPr>
        <p:txBody>
          <a:bodyPr anchor="ctr"/>
          <a:lstStyle>
            <a:lvl1pPr algn="ctr">
              <a:defRPr sz="3600"/>
            </a:lvl1pPr>
          </a:lstStyle>
          <a:p>
            <a:r>
              <a:t>Title Text</a:t>
            </a:r>
          </a:p>
        </p:txBody>
      </p:sp>
      <p:sp>
        <p:nvSpPr>
          <p:cNvPr id="2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TITLE_AND_BODY">
    <p:spTree>
      <p:nvGrpSpPr>
        <p:cNvPr id="1" name=""/>
        <p:cNvGrpSpPr/>
        <p:nvPr/>
      </p:nvGrpSpPr>
      <p:grpSpPr>
        <a:xfrm>
          <a:off x="0" y="0"/>
          <a:ext cx="0" cy="0"/>
          <a:chOff x="0" y="0"/>
          <a:chExt cx="0" cy="0"/>
        </a:xfrm>
      </p:grpSpPr>
      <p:sp>
        <p:nvSpPr>
          <p:cNvPr id="28" name="Title Text"/>
          <p:cNvSpPr txBox="1">
            <a:spLocks noGrp="1"/>
          </p:cNvSpPr>
          <p:nvPr>
            <p:ph type="title"/>
          </p:nvPr>
        </p:nvSpPr>
        <p:spPr>
          <a:prstGeom prst="rect">
            <a:avLst/>
          </a:prstGeom>
        </p:spPr>
        <p:txBody>
          <a:bodyPr/>
          <a:lstStyle/>
          <a:p>
            <a:r>
              <a:t>Title Text</a:t>
            </a:r>
          </a:p>
        </p:txBody>
      </p:sp>
      <p:sp>
        <p:nvSpPr>
          <p:cNvPr id="29"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3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ITLE_AND_TWO_COLUMNS">
    <p:spTree>
      <p:nvGrpSpPr>
        <p:cNvPr id="1" name=""/>
        <p:cNvGrpSpPr/>
        <p:nvPr/>
      </p:nvGrpSpPr>
      <p:grpSpPr>
        <a:xfrm>
          <a:off x="0" y="0"/>
          <a:ext cx="0" cy="0"/>
          <a:chOff x="0" y="0"/>
          <a:chExt cx="0" cy="0"/>
        </a:xfrm>
      </p:grpSpPr>
      <p:sp>
        <p:nvSpPr>
          <p:cNvPr id="37" name="Title Text"/>
          <p:cNvSpPr txBox="1">
            <a:spLocks noGrp="1"/>
          </p:cNvSpPr>
          <p:nvPr>
            <p:ph type="title"/>
          </p:nvPr>
        </p:nvSpPr>
        <p:spPr>
          <a:prstGeom prst="rect">
            <a:avLst/>
          </a:prstGeom>
        </p:spPr>
        <p:txBody>
          <a:bodyPr/>
          <a:lstStyle/>
          <a:p>
            <a:r>
              <a:t>Title Text</a:t>
            </a:r>
          </a:p>
        </p:txBody>
      </p:sp>
      <p:sp>
        <p:nvSpPr>
          <p:cNvPr id="38" name="Body Level One…"/>
          <p:cNvSpPr txBox="1">
            <a:spLocks noGrp="1"/>
          </p:cNvSpPr>
          <p:nvPr>
            <p:ph type="body" sz="half" idx="1"/>
          </p:nvPr>
        </p:nvSpPr>
        <p:spPr>
          <a:xfrm>
            <a:off x="311699" y="1152475"/>
            <a:ext cx="3999902" cy="3416400"/>
          </a:xfrm>
          <a:prstGeom prst="rect">
            <a:avLst/>
          </a:prstGeom>
        </p:spPr>
        <p:txBody>
          <a:bodyPr/>
          <a:lstStyle>
            <a:lvl1pPr indent="-317500">
              <a:buSzPts val="1400"/>
              <a:defRPr sz="1400"/>
            </a:lvl1pPr>
            <a:lvl2pPr marL="965200" indent="-355600">
              <a:buSzPts val="1400"/>
              <a:defRPr sz="1400"/>
            </a:lvl2pPr>
            <a:lvl3pPr marL="1422400" indent="-355600">
              <a:buSzPts val="1400"/>
              <a:defRPr sz="1400"/>
            </a:lvl3pPr>
            <a:lvl4pPr marL="1879600" indent="-355600">
              <a:buSzPts val="1400"/>
              <a:defRPr sz="1400"/>
            </a:lvl4pPr>
            <a:lvl5pPr marL="2336800" indent="-355600">
              <a:buSzPts val="1400"/>
              <a:defRPr sz="1400"/>
            </a:lvl5pPr>
          </a:lstStyle>
          <a:p>
            <a:r>
              <a:t>Body Level One</a:t>
            </a:r>
          </a:p>
          <a:p>
            <a:pPr lvl="1"/>
            <a:r>
              <a:t>Body Level Two</a:t>
            </a:r>
          </a:p>
          <a:p>
            <a:pPr lvl="2"/>
            <a:r>
              <a:t>Body Level Three</a:t>
            </a:r>
          </a:p>
          <a:p>
            <a:pPr lvl="3"/>
            <a:r>
              <a:t>Body Level Four</a:t>
            </a:r>
          </a:p>
          <a:p>
            <a:pPr lvl="4"/>
            <a:r>
              <a:t>Body Level Five</a:t>
            </a:r>
          </a:p>
        </p:txBody>
      </p:sp>
      <p:sp>
        <p:nvSpPr>
          <p:cNvPr id="39" name="Google Shape;23;p5"/>
          <p:cNvSpPr txBox="1">
            <a:spLocks noGrp="1"/>
          </p:cNvSpPr>
          <p:nvPr>
            <p:ph type="body" sz="half" idx="21"/>
          </p:nvPr>
        </p:nvSpPr>
        <p:spPr>
          <a:xfrm>
            <a:off x="4832399" y="1152475"/>
            <a:ext cx="3999902" cy="3416400"/>
          </a:xfrm>
          <a:prstGeom prst="rect">
            <a:avLst/>
          </a:prstGeom>
        </p:spPr>
        <p:txBody>
          <a:bodyPr/>
          <a:lstStyle/>
          <a:p>
            <a:pPr indent="-317500">
              <a:buSzPts val="1400"/>
              <a:defRPr sz="1400"/>
            </a:pPr>
            <a:endParaRPr/>
          </a:p>
        </p:txBody>
      </p:sp>
      <p:sp>
        <p:nvSpPr>
          <p:cNvPr id="4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TITLE_ONLY">
    <p:spTree>
      <p:nvGrpSpPr>
        <p:cNvPr id="1" name=""/>
        <p:cNvGrpSpPr/>
        <p:nvPr/>
      </p:nvGrpSpPr>
      <p:grpSpPr>
        <a:xfrm>
          <a:off x="0" y="0"/>
          <a:ext cx="0" cy="0"/>
          <a:chOff x="0" y="0"/>
          <a:chExt cx="0" cy="0"/>
        </a:xfrm>
      </p:grpSpPr>
      <p:sp>
        <p:nvSpPr>
          <p:cNvPr id="47" name="Title Text"/>
          <p:cNvSpPr txBox="1">
            <a:spLocks noGrp="1"/>
          </p:cNvSpPr>
          <p:nvPr>
            <p:ph type="title"/>
          </p:nvPr>
        </p:nvSpPr>
        <p:spPr>
          <a:prstGeom prst="rect">
            <a:avLst/>
          </a:prstGeom>
        </p:spPr>
        <p:txBody>
          <a:bodyPr/>
          <a:lstStyle/>
          <a:p>
            <a:r>
              <a:t>Title Text</a:t>
            </a:r>
          </a:p>
        </p:txBody>
      </p:sp>
      <p:sp>
        <p:nvSpPr>
          <p:cNvPr id="4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ONE_COLUMN_TEXT">
    <p:spTree>
      <p:nvGrpSpPr>
        <p:cNvPr id="1" name=""/>
        <p:cNvGrpSpPr/>
        <p:nvPr/>
      </p:nvGrpSpPr>
      <p:grpSpPr>
        <a:xfrm>
          <a:off x="0" y="0"/>
          <a:ext cx="0" cy="0"/>
          <a:chOff x="0" y="0"/>
          <a:chExt cx="0" cy="0"/>
        </a:xfrm>
      </p:grpSpPr>
      <p:sp>
        <p:nvSpPr>
          <p:cNvPr id="55" name="Title Text"/>
          <p:cNvSpPr txBox="1">
            <a:spLocks noGrp="1"/>
          </p:cNvSpPr>
          <p:nvPr>
            <p:ph type="title"/>
          </p:nvPr>
        </p:nvSpPr>
        <p:spPr>
          <a:xfrm>
            <a:off x="311699" y="555600"/>
            <a:ext cx="2808001" cy="755700"/>
          </a:xfrm>
          <a:prstGeom prst="rect">
            <a:avLst/>
          </a:prstGeom>
        </p:spPr>
        <p:txBody>
          <a:bodyPr anchor="b"/>
          <a:lstStyle>
            <a:lvl1pPr>
              <a:defRPr sz="2400"/>
            </a:lvl1pPr>
          </a:lstStyle>
          <a:p>
            <a:r>
              <a:t>Title Text</a:t>
            </a:r>
          </a:p>
        </p:txBody>
      </p:sp>
      <p:sp>
        <p:nvSpPr>
          <p:cNvPr id="56" name="Body Level One…"/>
          <p:cNvSpPr txBox="1">
            <a:spLocks noGrp="1"/>
          </p:cNvSpPr>
          <p:nvPr>
            <p:ph type="body" sz="quarter" idx="1"/>
          </p:nvPr>
        </p:nvSpPr>
        <p:spPr>
          <a:xfrm>
            <a:off x="311699" y="1389599"/>
            <a:ext cx="2808001" cy="3179401"/>
          </a:xfrm>
          <a:prstGeom prst="rect">
            <a:avLst/>
          </a:prstGeom>
        </p:spPr>
        <p:txBody>
          <a:bodyPr/>
          <a:lstStyle>
            <a:lvl1pPr indent="-304800">
              <a:buSzPts val="1200"/>
              <a:defRPr sz="1200"/>
            </a:lvl1pPr>
            <a:lvl2pPr marL="914400" indent="-304800">
              <a:buSzPts val="1200"/>
              <a:defRPr sz="1200"/>
            </a:lvl2pPr>
            <a:lvl3pPr marL="1371600" indent="-304800">
              <a:buSzPts val="1200"/>
              <a:defRPr sz="1200"/>
            </a:lvl3pPr>
            <a:lvl4pPr marL="1828800" indent="-304800">
              <a:buSzPts val="1200"/>
              <a:defRPr sz="1200"/>
            </a:lvl4pPr>
            <a:lvl5pPr marL="2286000" indent="-304800">
              <a:buSzPts val="1200"/>
              <a:defRPr sz="1200"/>
            </a:lvl5pPr>
          </a:lstStyle>
          <a:p>
            <a:r>
              <a:t>Body Level One</a:t>
            </a:r>
          </a:p>
          <a:p>
            <a:pPr lvl="1"/>
            <a:r>
              <a:t>Body Level Two</a:t>
            </a:r>
          </a:p>
          <a:p>
            <a:pPr lvl="2"/>
            <a:r>
              <a:t>Body Level Three</a:t>
            </a:r>
          </a:p>
          <a:p>
            <a:pPr lvl="3"/>
            <a:r>
              <a:t>Body Level Four</a:t>
            </a:r>
          </a:p>
          <a:p>
            <a:pPr lvl="4"/>
            <a:r>
              <a:t>Body Level Five</a:t>
            </a:r>
          </a:p>
        </p:txBody>
      </p:sp>
      <p:sp>
        <p:nvSpPr>
          <p:cNvPr id="57"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MAIN_POINT">
    <p:spTree>
      <p:nvGrpSpPr>
        <p:cNvPr id="1" name=""/>
        <p:cNvGrpSpPr/>
        <p:nvPr/>
      </p:nvGrpSpPr>
      <p:grpSpPr>
        <a:xfrm>
          <a:off x="0" y="0"/>
          <a:ext cx="0" cy="0"/>
          <a:chOff x="0" y="0"/>
          <a:chExt cx="0" cy="0"/>
        </a:xfrm>
      </p:grpSpPr>
      <p:sp>
        <p:nvSpPr>
          <p:cNvPr id="64" name="Title Text"/>
          <p:cNvSpPr txBox="1">
            <a:spLocks noGrp="1"/>
          </p:cNvSpPr>
          <p:nvPr>
            <p:ph type="title"/>
          </p:nvPr>
        </p:nvSpPr>
        <p:spPr>
          <a:xfrm>
            <a:off x="490250" y="450149"/>
            <a:ext cx="6367801" cy="4090801"/>
          </a:xfrm>
          <a:prstGeom prst="rect">
            <a:avLst/>
          </a:prstGeom>
        </p:spPr>
        <p:txBody>
          <a:bodyPr anchor="ctr"/>
          <a:lstStyle>
            <a:lvl1pPr>
              <a:defRPr sz="4800"/>
            </a:lvl1pPr>
          </a:lstStyle>
          <a:p>
            <a:r>
              <a:t>Title Text</a:t>
            </a:r>
          </a:p>
        </p:txBody>
      </p:sp>
      <p:sp>
        <p:nvSpPr>
          <p:cNvPr id="6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SECTION_TITLE_AND_DESCRIPTION">
    <p:spTree>
      <p:nvGrpSpPr>
        <p:cNvPr id="1" name=""/>
        <p:cNvGrpSpPr/>
        <p:nvPr/>
      </p:nvGrpSpPr>
      <p:grpSpPr>
        <a:xfrm>
          <a:off x="0" y="0"/>
          <a:ext cx="0" cy="0"/>
          <a:chOff x="0" y="0"/>
          <a:chExt cx="0" cy="0"/>
        </a:xfrm>
      </p:grpSpPr>
      <p:sp>
        <p:nvSpPr>
          <p:cNvPr id="72" name="Google Shape;36;p9"/>
          <p:cNvSpPr/>
          <p:nvPr/>
        </p:nvSpPr>
        <p:spPr>
          <a:xfrm>
            <a:off x="4572000" y="-125"/>
            <a:ext cx="4572000" cy="5143501"/>
          </a:xfrm>
          <a:prstGeom prst="rect">
            <a:avLst/>
          </a:prstGeom>
          <a:solidFill>
            <a:srgbClr val="EEEEEE"/>
          </a:solidFill>
          <a:ln w="12700">
            <a:miter lim="400000"/>
          </a:ln>
        </p:spPr>
        <p:txBody>
          <a:bodyPr lIns="0" tIns="0" rIns="0" bIns="0" anchor="ctr"/>
          <a:lstStyle/>
          <a:p>
            <a:endParaRPr/>
          </a:p>
        </p:txBody>
      </p:sp>
      <p:sp>
        <p:nvSpPr>
          <p:cNvPr id="73" name="Title Text"/>
          <p:cNvSpPr txBox="1">
            <a:spLocks noGrp="1"/>
          </p:cNvSpPr>
          <p:nvPr>
            <p:ph type="title"/>
          </p:nvPr>
        </p:nvSpPr>
        <p:spPr>
          <a:xfrm>
            <a:off x="265500" y="1233175"/>
            <a:ext cx="4045200" cy="1482301"/>
          </a:xfrm>
          <a:prstGeom prst="rect">
            <a:avLst/>
          </a:prstGeom>
        </p:spPr>
        <p:txBody>
          <a:bodyPr anchor="b"/>
          <a:lstStyle>
            <a:lvl1pPr algn="ctr">
              <a:defRPr sz="4200"/>
            </a:lvl1pPr>
          </a:lstStyle>
          <a:p>
            <a:r>
              <a:t>Title Text</a:t>
            </a:r>
          </a:p>
        </p:txBody>
      </p:sp>
      <p:sp>
        <p:nvSpPr>
          <p:cNvPr id="74" name="Body Level One…"/>
          <p:cNvSpPr txBox="1">
            <a:spLocks noGrp="1"/>
          </p:cNvSpPr>
          <p:nvPr>
            <p:ph type="body" sz="quarter" idx="1"/>
          </p:nvPr>
        </p:nvSpPr>
        <p:spPr>
          <a:xfrm>
            <a:off x="265500" y="2803075"/>
            <a:ext cx="4045200" cy="1235101"/>
          </a:xfrm>
          <a:prstGeom prst="rect">
            <a:avLst/>
          </a:prstGeom>
        </p:spPr>
        <p:txBody>
          <a:bodyPr/>
          <a:lstStyle>
            <a:lvl1pPr marL="342900" indent="-228600" algn="ctr">
              <a:lnSpc>
                <a:spcPct val="100000"/>
              </a:lnSpc>
              <a:buClrTx/>
              <a:buSzTx/>
              <a:buFontTx/>
              <a:buNone/>
              <a:defRPr sz="2100"/>
            </a:lvl1pPr>
            <a:lvl2pPr marL="342900" indent="254000" algn="ctr">
              <a:lnSpc>
                <a:spcPct val="100000"/>
              </a:lnSpc>
              <a:buClrTx/>
              <a:buSzTx/>
              <a:buFontTx/>
              <a:buNone/>
              <a:defRPr sz="2100"/>
            </a:lvl2pPr>
            <a:lvl3pPr marL="342900" indent="711200" algn="ctr">
              <a:lnSpc>
                <a:spcPct val="100000"/>
              </a:lnSpc>
              <a:buClrTx/>
              <a:buSzTx/>
              <a:buFontTx/>
              <a:buNone/>
              <a:defRPr sz="2100"/>
            </a:lvl3pPr>
            <a:lvl4pPr marL="342900" indent="1168400" algn="ctr">
              <a:lnSpc>
                <a:spcPct val="100000"/>
              </a:lnSpc>
              <a:buClrTx/>
              <a:buSzTx/>
              <a:buFontTx/>
              <a:buNone/>
              <a:defRPr sz="2100"/>
            </a:lvl4pPr>
            <a:lvl5pPr marL="342900" indent="1625600" algn="ctr">
              <a:lnSpc>
                <a:spcPct val="100000"/>
              </a:lnSpc>
              <a:buClrTx/>
              <a:buSzTx/>
              <a:buFontTx/>
              <a:buNone/>
              <a:defRPr sz="2100"/>
            </a:lvl5pPr>
          </a:lstStyle>
          <a:p>
            <a:r>
              <a:t>Body Level One</a:t>
            </a:r>
          </a:p>
          <a:p>
            <a:pPr lvl="1"/>
            <a:r>
              <a:t>Body Level Two</a:t>
            </a:r>
          </a:p>
          <a:p>
            <a:pPr lvl="2"/>
            <a:r>
              <a:t>Body Level Three</a:t>
            </a:r>
          </a:p>
          <a:p>
            <a:pPr lvl="3"/>
            <a:r>
              <a:t>Body Level Four</a:t>
            </a:r>
          </a:p>
          <a:p>
            <a:pPr lvl="4"/>
            <a:r>
              <a:t>Body Level Five</a:t>
            </a:r>
          </a:p>
        </p:txBody>
      </p:sp>
      <p:sp>
        <p:nvSpPr>
          <p:cNvPr id="75" name="Google Shape;39;p9"/>
          <p:cNvSpPr txBox="1">
            <a:spLocks noGrp="1"/>
          </p:cNvSpPr>
          <p:nvPr>
            <p:ph type="body" sz="half" idx="21"/>
          </p:nvPr>
        </p:nvSpPr>
        <p:spPr>
          <a:xfrm>
            <a:off x="4939500" y="724074"/>
            <a:ext cx="3837000" cy="3695102"/>
          </a:xfrm>
          <a:prstGeom prst="rect">
            <a:avLst/>
          </a:prstGeom>
        </p:spPr>
        <p:txBody>
          <a:bodyPr anchor="ctr"/>
          <a:lstStyle/>
          <a:p>
            <a:endParaRPr/>
          </a:p>
        </p:txBody>
      </p:sp>
      <p:sp>
        <p:nvSpPr>
          <p:cNvPr id="7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CAPTION_ONLY">
    <p:spTree>
      <p:nvGrpSpPr>
        <p:cNvPr id="1" name=""/>
        <p:cNvGrpSpPr/>
        <p:nvPr/>
      </p:nvGrpSpPr>
      <p:grpSpPr>
        <a:xfrm>
          <a:off x="0" y="0"/>
          <a:ext cx="0" cy="0"/>
          <a:chOff x="0" y="0"/>
          <a:chExt cx="0" cy="0"/>
        </a:xfrm>
      </p:grpSpPr>
      <p:sp>
        <p:nvSpPr>
          <p:cNvPr id="83" name="Body Level One…"/>
          <p:cNvSpPr txBox="1">
            <a:spLocks noGrp="1"/>
          </p:cNvSpPr>
          <p:nvPr>
            <p:ph type="body" sz="quarter" idx="1"/>
          </p:nvPr>
        </p:nvSpPr>
        <p:spPr>
          <a:xfrm>
            <a:off x="311699" y="4230575"/>
            <a:ext cx="5998802" cy="605101"/>
          </a:xfrm>
          <a:prstGeom prst="rect">
            <a:avLst/>
          </a:prstGeom>
        </p:spPr>
        <p:txBody>
          <a:bodyPr anchor="ctr"/>
          <a:lstStyle>
            <a:lvl1pPr marL="228600" indent="0">
              <a:lnSpc>
                <a:spcPct val="100000"/>
              </a:lnSpc>
              <a:buClrTx/>
              <a:buSzTx/>
              <a:buFontTx/>
              <a:buNone/>
            </a:lvl1pPr>
            <a:lvl2pPr>
              <a:lnSpc>
                <a:spcPct val="100000"/>
              </a:lnSpc>
              <a:buClrTx/>
              <a:buFontTx/>
            </a:lvl2pPr>
            <a:lvl3pPr>
              <a:lnSpc>
                <a:spcPct val="100000"/>
              </a:lnSpc>
              <a:buClrTx/>
              <a:buFontTx/>
            </a:lvl3pPr>
            <a:lvl4pPr>
              <a:lnSpc>
                <a:spcPct val="100000"/>
              </a:lnSpc>
              <a:buClrTx/>
              <a:buFontTx/>
            </a:lvl4pPr>
            <a:lvl5pPr>
              <a:lnSpc>
                <a:spcPct val="100000"/>
              </a:lnSpc>
              <a:buClrTx/>
              <a:buFontTx/>
            </a:lvl5pPr>
          </a:lstStyle>
          <a:p>
            <a:r>
              <a:t>Body Level One</a:t>
            </a:r>
          </a:p>
          <a:p>
            <a:pPr lvl="1"/>
            <a:r>
              <a:t>Body Level Two</a:t>
            </a:r>
          </a:p>
          <a:p>
            <a:pPr lvl="2"/>
            <a:r>
              <a:t>Body Level Three</a:t>
            </a:r>
          </a:p>
          <a:p>
            <a:pPr lvl="3"/>
            <a:r>
              <a:t>Body Level Four</a:t>
            </a:r>
          </a:p>
          <a:p>
            <a:pPr lvl="4"/>
            <a:r>
              <a:t>Body Level Five</a:t>
            </a:r>
          </a:p>
        </p:txBody>
      </p:sp>
      <p:sp>
        <p:nvSpPr>
          <p:cNvPr id="8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BIG_NUMBER">
    <p:spTree>
      <p:nvGrpSpPr>
        <p:cNvPr id="1" name=""/>
        <p:cNvGrpSpPr/>
        <p:nvPr/>
      </p:nvGrpSpPr>
      <p:grpSpPr>
        <a:xfrm>
          <a:off x="0" y="0"/>
          <a:ext cx="0" cy="0"/>
          <a:chOff x="0" y="0"/>
          <a:chExt cx="0" cy="0"/>
        </a:xfrm>
      </p:grpSpPr>
      <p:sp>
        <p:nvSpPr>
          <p:cNvPr id="91" name="xx%"/>
          <p:cNvSpPr txBox="1">
            <a:spLocks noGrp="1"/>
          </p:cNvSpPr>
          <p:nvPr>
            <p:ph type="title" hasCustomPrompt="1"/>
          </p:nvPr>
        </p:nvSpPr>
        <p:spPr>
          <a:xfrm>
            <a:off x="311699" y="1106125"/>
            <a:ext cx="8520602" cy="1963500"/>
          </a:xfrm>
          <a:prstGeom prst="rect">
            <a:avLst/>
          </a:prstGeom>
        </p:spPr>
        <p:txBody>
          <a:bodyPr anchor="b"/>
          <a:lstStyle>
            <a:lvl1pPr algn="ctr">
              <a:defRPr sz="12000"/>
            </a:lvl1pPr>
          </a:lstStyle>
          <a:p>
            <a:r>
              <a:t>xx%</a:t>
            </a:r>
          </a:p>
        </p:txBody>
      </p:sp>
      <p:sp>
        <p:nvSpPr>
          <p:cNvPr id="92" name="Body Level One…"/>
          <p:cNvSpPr txBox="1">
            <a:spLocks noGrp="1"/>
          </p:cNvSpPr>
          <p:nvPr>
            <p:ph type="body" sz="half" idx="1"/>
          </p:nvPr>
        </p:nvSpPr>
        <p:spPr>
          <a:xfrm>
            <a:off x="311699" y="3152225"/>
            <a:ext cx="8520602" cy="1300800"/>
          </a:xfrm>
          <a:prstGeom prst="rect">
            <a:avLst/>
          </a:prstGeom>
        </p:spPr>
        <p:txBody>
          <a:bodyPr/>
          <a:lstStyle>
            <a:lvl1pPr algn="ctr"/>
            <a:lvl2pPr algn="ctr"/>
            <a:lvl3pPr algn="ctr"/>
            <a:lvl4pPr algn="ctr"/>
            <a:lvl5pPr algn="ctr"/>
          </a:lstStyle>
          <a:p>
            <a:r>
              <a:t>Body Level One</a:t>
            </a:r>
          </a:p>
          <a:p>
            <a:pPr lvl="1"/>
            <a:r>
              <a:t>Body Level Two</a:t>
            </a:r>
          </a:p>
          <a:p>
            <a:pPr lvl="2"/>
            <a:r>
              <a:t>Body Level Three</a:t>
            </a:r>
          </a:p>
          <a:p>
            <a:pPr lvl="3"/>
            <a:r>
              <a:t>Body Level Four</a:t>
            </a:r>
          </a:p>
          <a:p>
            <a:pPr lvl="4"/>
            <a:r>
              <a:t>Body Level Five</a:t>
            </a:r>
          </a:p>
        </p:txBody>
      </p:sp>
      <p:sp>
        <p:nvSpPr>
          <p:cNvPr id="9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10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Text"/>
          <p:cNvSpPr txBox="1">
            <a:spLocks noGrp="1"/>
          </p:cNvSpPr>
          <p:nvPr>
            <p:ph type="title"/>
          </p:nvPr>
        </p:nvSpPr>
        <p:spPr>
          <a:xfrm>
            <a:off x="311699" y="445025"/>
            <a:ext cx="8520602" cy="5727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91424" tIns="91424" rIns="91424" bIns="91424">
            <a:normAutofit/>
          </a:bodyPr>
          <a:lstStyle/>
          <a:p>
            <a:r>
              <a:t>Title Text</a:t>
            </a:r>
          </a:p>
        </p:txBody>
      </p:sp>
      <p:sp>
        <p:nvSpPr>
          <p:cNvPr id="3" name="Body Level One…"/>
          <p:cNvSpPr txBox="1">
            <a:spLocks noGrp="1"/>
          </p:cNvSpPr>
          <p:nvPr>
            <p:ph type="body" idx="1"/>
          </p:nvPr>
        </p:nvSpPr>
        <p:spPr>
          <a:xfrm>
            <a:off x="311699" y="1152475"/>
            <a:ext cx="8520602" cy="34164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91424" tIns="91424" rIns="91424" bIns="91424">
            <a:normAutofit/>
          </a:bodyPr>
          <a:lstStyle/>
          <a:p>
            <a:r>
              <a:t>Body Level One</a:t>
            </a:r>
          </a:p>
          <a:p>
            <a:pPr lvl="1"/>
            <a:r>
              <a:t>Body Level Two</a:t>
            </a:r>
          </a:p>
          <a:p>
            <a:pPr lvl="2"/>
            <a:r>
              <a:t>Body Level Three</a:t>
            </a:r>
          </a:p>
          <a:p>
            <a:pPr lvl="3"/>
            <a:r>
              <a:t>Body Level Four</a:t>
            </a:r>
          </a:p>
          <a:p>
            <a:pPr lvl="4"/>
            <a:r>
              <a:t>Body Level Five</a:t>
            </a:r>
          </a:p>
        </p:txBody>
      </p:sp>
      <p:sp>
        <p:nvSpPr>
          <p:cNvPr id="4" name="Slide Number"/>
          <p:cNvSpPr txBox="1">
            <a:spLocks noGrp="1"/>
          </p:cNvSpPr>
          <p:nvPr>
            <p:ph type="sldNum" sz="quarter" idx="2"/>
          </p:nvPr>
        </p:nvSpPr>
        <p:spPr>
          <a:xfrm>
            <a:off x="8684345" y="4700819"/>
            <a:ext cx="336814" cy="318396"/>
          </a:xfrm>
          <a:prstGeom prst="rect">
            <a:avLst/>
          </a:prstGeom>
          <a:ln w="12700">
            <a:miter lim="400000"/>
          </a:ln>
        </p:spPr>
        <p:txBody>
          <a:bodyPr wrap="none" lIns="91424" tIns="91424" rIns="91424" bIns="91424" anchor="ctr">
            <a:spAutoFit/>
          </a:bodyPr>
          <a:lstStyle>
            <a:lvl1pPr algn="r">
              <a:defRPr sz="1000">
                <a:solidFill>
                  <a:schemeClr val="accent2">
                    <a:lumOff val="21764"/>
                  </a:schemeClr>
                </a:solidFill>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med"/>
  <p:txStyles>
    <p:titleStyle>
      <a:lvl1pPr marL="0" marR="0" indent="0" algn="l" defTabSz="914400" rtl="0" latinLnBrk="0">
        <a:lnSpc>
          <a:spcPct val="100000"/>
        </a:lnSpc>
        <a:spcBef>
          <a:spcPts val="0"/>
        </a:spcBef>
        <a:spcAft>
          <a:spcPts val="0"/>
        </a:spcAft>
        <a:buClrTx/>
        <a:buSzTx/>
        <a:buFontTx/>
        <a:buNone/>
        <a:tabLst/>
        <a:defRPr sz="2800" b="0" i="0" u="none" strike="noStrike" cap="none" spc="0" baseline="0">
          <a:solidFill>
            <a:srgbClr val="000000"/>
          </a:solidFill>
          <a:uFillTx/>
          <a:latin typeface="+mn-lt"/>
          <a:ea typeface="+mn-ea"/>
          <a:cs typeface="+mn-cs"/>
          <a:sym typeface="Arial"/>
        </a:defRPr>
      </a:lvl1pPr>
      <a:lvl2pPr marL="0" marR="0" indent="0" algn="l" defTabSz="914400" rtl="0" latinLnBrk="0">
        <a:lnSpc>
          <a:spcPct val="100000"/>
        </a:lnSpc>
        <a:spcBef>
          <a:spcPts val="0"/>
        </a:spcBef>
        <a:spcAft>
          <a:spcPts val="0"/>
        </a:spcAft>
        <a:buClrTx/>
        <a:buSzTx/>
        <a:buFontTx/>
        <a:buNone/>
        <a:tabLst/>
        <a:defRPr sz="2800" b="0" i="0" u="none" strike="noStrike" cap="none" spc="0" baseline="0">
          <a:solidFill>
            <a:srgbClr val="000000"/>
          </a:solidFill>
          <a:uFillTx/>
          <a:latin typeface="+mn-lt"/>
          <a:ea typeface="+mn-ea"/>
          <a:cs typeface="+mn-cs"/>
          <a:sym typeface="Arial"/>
        </a:defRPr>
      </a:lvl2pPr>
      <a:lvl3pPr marL="0" marR="0" indent="0" algn="l" defTabSz="914400" rtl="0" latinLnBrk="0">
        <a:lnSpc>
          <a:spcPct val="100000"/>
        </a:lnSpc>
        <a:spcBef>
          <a:spcPts val="0"/>
        </a:spcBef>
        <a:spcAft>
          <a:spcPts val="0"/>
        </a:spcAft>
        <a:buClrTx/>
        <a:buSzTx/>
        <a:buFontTx/>
        <a:buNone/>
        <a:tabLst/>
        <a:defRPr sz="2800" b="0" i="0" u="none" strike="noStrike" cap="none" spc="0" baseline="0">
          <a:solidFill>
            <a:srgbClr val="000000"/>
          </a:solidFill>
          <a:uFillTx/>
          <a:latin typeface="+mn-lt"/>
          <a:ea typeface="+mn-ea"/>
          <a:cs typeface="+mn-cs"/>
          <a:sym typeface="Arial"/>
        </a:defRPr>
      </a:lvl3pPr>
      <a:lvl4pPr marL="0" marR="0" indent="0" algn="l" defTabSz="914400" rtl="0" latinLnBrk="0">
        <a:lnSpc>
          <a:spcPct val="100000"/>
        </a:lnSpc>
        <a:spcBef>
          <a:spcPts val="0"/>
        </a:spcBef>
        <a:spcAft>
          <a:spcPts val="0"/>
        </a:spcAft>
        <a:buClrTx/>
        <a:buSzTx/>
        <a:buFontTx/>
        <a:buNone/>
        <a:tabLst/>
        <a:defRPr sz="2800" b="0" i="0" u="none" strike="noStrike" cap="none" spc="0" baseline="0">
          <a:solidFill>
            <a:srgbClr val="000000"/>
          </a:solidFill>
          <a:uFillTx/>
          <a:latin typeface="+mn-lt"/>
          <a:ea typeface="+mn-ea"/>
          <a:cs typeface="+mn-cs"/>
          <a:sym typeface="Arial"/>
        </a:defRPr>
      </a:lvl4pPr>
      <a:lvl5pPr marL="0" marR="0" indent="0" algn="l" defTabSz="914400" rtl="0" latinLnBrk="0">
        <a:lnSpc>
          <a:spcPct val="100000"/>
        </a:lnSpc>
        <a:spcBef>
          <a:spcPts val="0"/>
        </a:spcBef>
        <a:spcAft>
          <a:spcPts val="0"/>
        </a:spcAft>
        <a:buClrTx/>
        <a:buSzTx/>
        <a:buFontTx/>
        <a:buNone/>
        <a:tabLst/>
        <a:defRPr sz="2800" b="0" i="0" u="none" strike="noStrike" cap="none" spc="0" baseline="0">
          <a:solidFill>
            <a:srgbClr val="000000"/>
          </a:solidFill>
          <a:uFillTx/>
          <a:latin typeface="+mn-lt"/>
          <a:ea typeface="+mn-ea"/>
          <a:cs typeface="+mn-cs"/>
          <a:sym typeface="Arial"/>
        </a:defRPr>
      </a:lvl5pPr>
      <a:lvl6pPr marL="0" marR="0" indent="0" algn="l" defTabSz="914400" rtl="0" latinLnBrk="0">
        <a:lnSpc>
          <a:spcPct val="100000"/>
        </a:lnSpc>
        <a:spcBef>
          <a:spcPts val="0"/>
        </a:spcBef>
        <a:spcAft>
          <a:spcPts val="0"/>
        </a:spcAft>
        <a:buClrTx/>
        <a:buSzTx/>
        <a:buFontTx/>
        <a:buNone/>
        <a:tabLst/>
        <a:defRPr sz="2800" b="0" i="0" u="none" strike="noStrike" cap="none" spc="0" baseline="0">
          <a:solidFill>
            <a:srgbClr val="000000"/>
          </a:solidFill>
          <a:uFillTx/>
          <a:latin typeface="+mn-lt"/>
          <a:ea typeface="+mn-ea"/>
          <a:cs typeface="+mn-cs"/>
          <a:sym typeface="Arial"/>
        </a:defRPr>
      </a:lvl6pPr>
      <a:lvl7pPr marL="0" marR="0" indent="0" algn="l" defTabSz="914400" rtl="0" latinLnBrk="0">
        <a:lnSpc>
          <a:spcPct val="100000"/>
        </a:lnSpc>
        <a:spcBef>
          <a:spcPts val="0"/>
        </a:spcBef>
        <a:spcAft>
          <a:spcPts val="0"/>
        </a:spcAft>
        <a:buClrTx/>
        <a:buSzTx/>
        <a:buFontTx/>
        <a:buNone/>
        <a:tabLst/>
        <a:defRPr sz="2800" b="0" i="0" u="none" strike="noStrike" cap="none" spc="0" baseline="0">
          <a:solidFill>
            <a:srgbClr val="000000"/>
          </a:solidFill>
          <a:uFillTx/>
          <a:latin typeface="+mn-lt"/>
          <a:ea typeface="+mn-ea"/>
          <a:cs typeface="+mn-cs"/>
          <a:sym typeface="Arial"/>
        </a:defRPr>
      </a:lvl7pPr>
      <a:lvl8pPr marL="0" marR="0" indent="0" algn="l" defTabSz="914400" rtl="0" latinLnBrk="0">
        <a:lnSpc>
          <a:spcPct val="100000"/>
        </a:lnSpc>
        <a:spcBef>
          <a:spcPts val="0"/>
        </a:spcBef>
        <a:spcAft>
          <a:spcPts val="0"/>
        </a:spcAft>
        <a:buClrTx/>
        <a:buSzTx/>
        <a:buFontTx/>
        <a:buNone/>
        <a:tabLst/>
        <a:defRPr sz="2800" b="0" i="0" u="none" strike="noStrike" cap="none" spc="0" baseline="0">
          <a:solidFill>
            <a:srgbClr val="000000"/>
          </a:solidFill>
          <a:uFillTx/>
          <a:latin typeface="+mn-lt"/>
          <a:ea typeface="+mn-ea"/>
          <a:cs typeface="+mn-cs"/>
          <a:sym typeface="Arial"/>
        </a:defRPr>
      </a:lvl8pPr>
      <a:lvl9pPr marL="0" marR="0" indent="0" algn="l" defTabSz="914400" rtl="0" latinLnBrk="0">
        <a:lnSpc>
          <a:spcPct val="100000"/>
        </a:lnSpc>
        <a:spcBef>
          <a:spcPts val="0"/>
        </a:spcBef>
        <a:spcAft>
          <a:spcPts val="0"/>
        </a:spcAft>
        <a:buClrTx/>
        <a:buSzTx/>
        <a:buFontTx/>
        <a:buNone/>
        <a:tabLst/>
        <a:defRPr sz="2800" b="0" i="0" u="none" strike="noStrike" cap="none" spc="0" baseline="0">
          <a:solidFill>
            <a:srgbClr val="000000"/>
          </a:solidFill>
          <a:uFillTx/>
          <a:latin typeface="+mn-lt"/>
          <a:ea typeface="+mn-ea"/>
          <a:cs typeface="+mn-cs"/>
          <a:sym typeface="Arial"/>
        </a:defRPr>
      </a:lvl9pPr>
    </p:titleStyle>
    <p:bodyStyle>
      <a:lvl1pPr marL="457200" marR="0" indent="-342900" algn="l" defTabSz="914400" rtl="0" latinLnBrk="0">
        <a:lnSpc>
          <a:spcPct val="115000"/>
        </a:lnSpc>
        <a:spcBef>
          <a:spcPts val="0"/>
        </a:spcBef>
        <a:spcAft>
          <a:spcPts val="0"/>
        </a:spcAft>
        <a:buClr>
          <a:schemeClr val="accent2">
            <a:lumOff val="21764"/>
          </a:schemeClr>
        </a:buClr>
        <a:buSzPts val="1800"/>
        <a:buFont typeface="Arial"/>
        <a:buChar char="●"/>
        <a:tabLst/>
        <a:defRPr sz="1800" b="0" i="0" u="none" strike="noStrike" cap="none" spc="0" baseline="0">
          <a:solidFill>
            <a:schemeClr val="accent2">
              <a:lumOff val="21764"/>
            </a:schemeClr>
          </a:solidFill>
          <a:uFillTx/>
          <a:latin typeface="+mn-lt"/>
          <a:ea typeface="+mn-ea"/>
          <a:cs typeface="+mn-cs"/>
          <a:sym typeface="Arial"/>
        </a:defRPr>
      </a:lvl1pPr>
      <a:lvl2pPr marL="1005114" marR="0" indent="-408214" algn="l" defTabSz="914400" rtl="0" latinLnBrk="0">
        <a:lnSpc>
          <a:spcPct val="115000"/>
        </a:lnSpc>
        <a:spcBef>
          <a:spcPts val="0"/>
        </a:spcBef>
        <a:spcAft>
          <a:spcPts val="0"/>
        </a:spcAft>
        <a:buClr>
          <a:schemeClr val="accent2">
            <a:lumOff val="21764"/>
          </a:schemeClr>
        </a:buClr>
        <a:buSzPts val="1800"/>
        <a:buFont typeface="Arial"/>
        <a:buChar char="○"/>
        <a:tabLst/>
        <a:defRPr sz="1800" b="0" i="0" u="none" strike="noStrike" cap="none" spc="0" baseline="0">
          <a:solidFill>
            <a:schemeClr val="accent2">
              <a:lumOff val="21764"/>
            </a:schemeClr>
          </a:solidFill>
          <a:uFillTx/>
          <a:latin typeface="+mn-lt"/>
          <a:ea typeface="+mn-ea"/>
          <a:cs typeface="+mn-cs"/>
          <a:sym typeface="Arial"/>
        </a:defRPr>
      </a:lvl2pPr>
      <a:lvl3pPr marL="1462314" marR="0" indent="-408214" algn="l" defTabSz="914400" rtl="0" latinLnBrk="0">
        <a:lnSpc>
          <a:spcPct val="115000"/>
        </a:lnSpc>
        <a:spcBef>
          <a:spcPts val="0"/>
        </a:spcBef>
        <a:spcAft>
          <a:spcPts val="0"/>
        </a:spcAft>
        <a:buClr>
          <a:schemeClr val="accent2">
            <a:lumOff val="21764"/>
          </a:schemeClr>
        </a:buClr>
        <a:buSzPts val="1800"/>
        <a:buFont typeface="Arial"/>
        <a:buChar char="■"/>
        <a:tabLst/>
        <a:defRPr sz="1800" b="0" i="0" u="none" strike="noStrike" cap="none" spc="0" baseline="0">
          <a:solidFill>
            <a:schemeClr val="accent2">
              <a:lumOff val="21764"/>
            </a:schemeClr>
          </a:solidFill>
          <a:uFillTx/>
          <a:latin typeface="+mn-lt"/>
          <a:ea typeface="+mn-ea"/>
          <a:cs typeface="+mn-cs"/>
          <a:sym typeface="Arial"/>
        </a:defRPr>
      </a:lvl3pPr>
      <a:lvl4pPr marL="1919514" marR="0" indent="-408214" algn="l" defTabSz="914400" rtl="0" latinLnBrk="0">
        <a:lnSpc>
          <a:spcPct val="115000"/>
        </a:lnSpc>
        <a:spcBef>
          <a:spcPts val="0"/>
        </a:spcBef>
        <a:spcAft>
          <a:spcPts val="0"/>
        </a:spcAft>
        <a:buClr>
          <a:schemeClr val="accent2">
            <a:lumOff val="21764"/>
          </a:schemeClr>
        </a:buClr>
        <a:buSzPts val="1800"/>
        <a:buFont typeface="Arial"/>
        <a:buChar char="●"/>
        <a:tabLst/>
        <a:defRPr sz="1800" b="0" i="0" u="none" strike="noStrike" cap="none" spc="0" baseline="0">
          <a:solidFill>
            <a:schemeClr val="accent2">
              <a:lumOff val="21764"/>
            </a:schemeClr>
          </a:solidFill>
          <a:uFillTx/>
          <a:latin typeface="+mn-lt"/>
          <a:ea typeface="+mn-ea"/>
          <a:cs typeface="+mn-cs"/>
          <a:sym typeface="Arial"/>
        </a:defRPr>
      </a:lvl4pPr>
      <a:lvl5pPr marL="2376714" marR="0" indent="-408214" algn="l" defTabSz="914400" rtl="0" latinLnBrk="0">
        <a:lnSpc>
          <a:spcPct val="115000"/>
        </a:lnSpc>
        <a:spcBef>
          <a:spcPts val="0"/>
        </a:spcBef>
        <a:spcAft>
          <a:spcPts val="0"/>
        </a:spcAft>
        <a:buClr>
          <a:schemeClr val="accent2">
            <a:lumOff val="21764"/>
          </a:schemeClr>
        </a:buClr>
        <a:buSzPts val="1800"/>
        <a:buFont typeface="Arial"/>
        <a:buChar char="○"/>
        <a:tabLst/>
        <a:defRPr sz="1800" b="0" i="0" u="none" strike="noStrike" cap="none" spc="0" baseline="0">
          <a:solidFill>
            <a:schemeClr val="accent2">
              <a:lumOff val="21764"/>
            </a:schemeClr>
          </a:solidFill>
          <a:uFillTx/>
          <a:latin typeface="+mn-lt"/>
          <a:ea typeface="+mn-ea"/>
          <a:cs typeface="+mn-cs"/>
          <a:sym typeface="Arial"/>
        </a:defRPr>
      </a:lvl5pPr>
      <a:lvl6pPr marL="2833914" marR="0" indent="-408214" algn="l" defTabSz="914400" rtl="0" latinLnBrk="0">
        <a:lnSpc>
          <a:spcPct val="115000"/>
        </a:lnSpc>
        <a:spcBef>
          <a:spcPts val="0"/>
        </a:spcBef>
        <a:spcAft>
          <a:spcPts val="0"/>
        </a:spcAft>
        <a:buClr>
          <a:schemeClr val="accent2">
            <a:lumOff val="21764"/>
          </a:schemeClr>
        </a:buClr>
        <a:buSzPts val="1800"/>
        <a:buFont typeface="Arial"/>
        <a:buChar char="■"/>
        <a:tabLst/>
        <a:defRPr sz="1800" b="0" i="0" u="none" strike="noStrike" cap="none" spc="0" baseline="0">
          <a:solidFill>
            <a:schemeClr val="accent2">
              <a:lumOff val="21764"/>
            </a:schemeClr>
          </a:solidFill>
          <a:uFillTx/>
          <a:latin typeface="+mn-lt"/>
          <a:ea typeface="+mn-ea"/>
          <a:cs typeface="+mn-cs"/>
          <a:sym typeface="Arial"/>
        </a:defRPr>
      </a:lvl6pPr>
      <a:lvl7pPr marL="3291114" marR="0" indent="-408214" algn="l" defTabSz="914400" rtl="0" latinLnBrk="0">
        <a:lnSpc>
          <a:spcPct val="115000"/>
        </a:lnSpc>
        <a:spcBef>
          <a:spcPts val="0"/>
        </a:spcBef>
        <a:spcAft>
          <a:spcPts val="0"/>
        </a:spcAft>
        <a:buClr>
          <a:schemeClr val="accent2">
            <a:lumOff val="21764"/>
          </a:schemeClr>
        </a:buClr>
        <a:buSzPts val="1800"/>
        <a:buFont typeface="Arial"/>
        <a:buChar char="●"/>
        <a:tabLst/>
        <a:defRPr sz="1800" b="0" i="0" u="none" strike="noStrike" cap="none" spc="0" baseline="0">
          <a:solidFill>
            <a:schemeClr val="accent2">
              <a:lumOff val="21764"/>
            </a:schemeClr>
          </a:solidFill>
          <a:uFillTx/>
          <a:latin typeface="+mn-lt"/>
          <a:ea typeface="+mn-ea"/>
          <a:cs typeface="+mn-cs"/>
          <a:sym typeface="Arial"/>
        </a:defRPr>
      </a:lvl7pPr>
      <a:lvl8pPr marL="3748314" marR="0" indent="-408214" algn="l" defTabSz="914400" rtl="0" latinLnBrk="0">
        <a:lnSpc>
          <a:spcPct val="115000"/>
        </a:lnSpc>
        <a:spcBef>
          <a:spcPts val="0"/>
        </a:spcBef>
        <a:spcAft>
          <a:spcPts val="0"/>
        </a:spcAft>
        <a:buClr>
          <a:schemeClr val="accent2">
            <a:lumOff val="21764"/>
          </a:schemeClr>
        </a:buClr>
        <a:buSzPts val="1800"/>
        <a:buFont typeface="Arial"/>
        <a:buChar char="○"/>
        <a:tabLst/>
        <a:defRPr sz="1800" b="0" i="0" u="none" strike="noStrike" cap="none" spc="0" baseline="0">
          <a:solidFill>
            <a:schemeClr val="accent2">
              <a:lumOff val="21764"/>
            </a:schemeClr>
          </a:solidFill>
          <a:uFillTx/>
          <a:latin typeface="+mn-lt"/>
          <a:ea typeface="+mn-ea"/>
          <a:cs typeface="+mn-cs"/>
          <a:sym typeface="Arial"/>
        </a:defRPr>
      </a:lvl8pPr>
      <a:lvl9pPr marL="4205514" marR="0" indent="-408214" algn="l" defTabSz="914400" rtl="0" latinLnBrk="0">
        <a:lnSpc>
          <a:spcPct val="115000"/>
        </a:lnSpc>
        <a:spcBef>
          <a:spcPts val="0"/>
        </a:spcBef>
        <a:spcAft>
          <a:spcPts val="0"/>
        </a:spcAft>
        <a:buClr>
          <a:schemeClr val="accent2">
            <a:lumOff val="21764"/>
          </a:schemeClr>
        </a:buClr>
        <a:buSzPts val="1800"/>
        <a:buFont typeface="Arial"/>
        <a:buChar char="■"/>
        <a:tabLst/>
        <a:defRPr sz="1800" b="0" i="0" u="none" strike="noStrike" cap="none" spc="0" baseline="0">
          <a:solidFill>
            <a:schemeClr val="accent2">
              <a:lumOff val="21764"/>
            </a:schemeClr>
          </a:solidFill>
          <a:uFillTx/>
          <a:latin typeface="+mn-lt"/>
          <a:ea typeface="+mn-ea"/>
          <a:cs typeface="+mn-cs"/>
          <a:sym typeface="Arial"/>
        </a:defRPr>
      </a:lvl9pPr>
    </p:bodyStyle>
    <p:otherStyle>
      <a:lvl1pPr marL="0" marR="0" indent="0" algn="r" defTabSz="9144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rial"/>
        </a:defRPr>
      </a:lvl1pPr>
      <a:lvl2pPr marL="0" marR="0" indent="0" algn="r" defTabSz="9144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rial"/>
        </a:defRPr>
      </a:lvl2pPr>
      <a:lvl3pPr marL="0" marR="0" indent="0" algn="r" defTabSz="9144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rial"/>
        </a:defRPr>
      </a:lvl3pPr>
      <a:lvl4pPr marL="0" marR="0" indent="0" algn="r" defTabSz="9144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rial"/>
        </a:defRPr>
      </a:lvl4pPr>
      <a:lvl5pPr marL="0" marR="0" indent="0" algn="r" defTabSz="9144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rial"/>
        </a:defRPr>
      </a:lvl5pPr>
      <a:lvl6pPr marL="0" marR="0" indent="0" algn="r" defTabSz="9144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rial"/>
        </a:defRPr>
      </a:lvl6pPr>
      <a:lvl7pPr marL="0" marR="0" indent="0" algn="r" defTabSz="9144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rial"/>
        </a:defRPr>
      </a:lvl7pPr>
      <a:lvl8pPr marL="0" marR="0" indent="0" algn="r" defTabSz="9144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rial"/>
        </a:defRPr>
      </a:lvl8pPr>
      <a:lvl9pPr marL="0" marR="0" indent="0" algn="r" defTabSz="9144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 name="Google Shape;54;p13"/>
          <p:cNvSpPr txBox="1">
            <a:spLocks noGrp="1"/>
          </p:cNvSpPr>
          <p:nvPr>
            <p:ph type="ctrTitle"/>
          </p:nvPr>
        </p:nvSpPr>
        <p:spPr>
          <a:xfrm>
            <a:off x="311707" y="744575"/>
            <a:ext cx="8520602" cy="2052599"/>
          </a:xfrm>
          <a:prstGeom prst="rect">
            <a:avLst/>
          </a:prstGeom>
        </p:spPr>
        <p:txBody>
          <a:bodyPr>
            <a:normAutofit/>
          </a:bodyPr>
          <a:lstStyle/>
          <a:p>
            <a:r>
              <a:rPr lang="en-US" sz="4000" dirty="0"/>
              <a:t>Assignment 2 Theory Problem Set</a:t>
            </a:r>
            <a:br>
              <a:rPr lang="en-US" dirty="0"/>
            </a:br>
            <a:r>
              <a:rPr lang="en-US" sz="2400" b="1" dirty="0">
                <a:solidFill>
                  <a:srgbClr val="FF0000"/>
                </a:solidFill>
              </a:rPr>
              <a:t>DO NOT TAG</a:t>
            </a:r>
            <a:endParaRPr dirty="0"/>
          </a:p>
        </p:txBody>
      </p:sp>
      <p:sp>
        <p:nvSpPr>
          <p:cNvPr id="3" name="Text Placeholder 2">
            <a:extLst>
              <a:ext uri="{FF2B5EF4-FFF2-40B4-BE49-F238E27FC236}">
                <a16:creationId xmlns:a16="http://schemas.microsoft.com/office/drawing/2014/main" id="{D5AD7BBB-3130-97FC-EB11-7D04ABACAC49}"/>
              </a:ext>
            </a:extLst>
          </p:cNvPr>
          <p:cNvSpPr>
            <a:spLocks noGrp="1"/>
          </p:cNvSpPr>
          <p:nvPr>
            <p:ph type="body" sz="quarter" idx="1"/>
          </p:nvPr>
        </p:nvSpPr>
        <p:spPr/>
        <p:txBody>
          <a:bodyPr/>
          <a:lstStyle/>
          <a:p>
            <a:endParaRPr lang="en-US"/>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BD2077-B5EE-B04A-8D24-5E8AC62A58D7}"/>
              </a:ext>
            </a:extLst>
          </p:cNvPr>
          <p:cNvSpPr>
            <a:spLocks noGrp="1"/>
          </p:cNvSpPr>
          <p:nvPr>
            <p:ph type="title"/>
          </p:nvPr>
        </p:nvSpPr>
        <p:spPr>
          <a:xfrm>
            <a:off x="106791" y="66745"/>
            <a:ext cx="8970464" cy="4952443"/>
          </a:xfrm>
        </p:spPr>
        <p:txBody>
          <a:bodyPr>
            <a:normAutofit/>
          </a:bodyPr>
          <a:lstStyle/>
          <a:p>
            <a:r>
              <a:rPr lang="en-US" sz="1200" dirty="0"/>
              <a:t>Theory PS Q1. </a:t>
            </a:r>
            <a:r>
              <a:rPr lang="en-US" sz="1200" dirty="0">
                <a:solidFill>
                  <a:srgbClr val="FF0000"/>
                </a:solidFill>
              </a:rPr>
              <a:t>Must show your work for full credit. </a:t>
            </a:r>
            <a:r>
              <a:rPr lang="en-US" sz="1200" dirty="0"/>
              <a:t>Feel free to add extra slides if needed.</a:t>
            </a:r>
            <a:br>
              <a:rPr lang="en-US" sz="1200" dirty="0"/>
            </a:br>
            <a:br>
              <a:rPr lang="en-US" sz="1200" dirty="0"/>
            </a:br>
            <a:r>
              <a:rPr lang="en-US" sz="1200" dirty="0">
                <a:highlight>
                  <a:srgbClr val="FFFF00"/>
                </a:highlight>
              </a:rPr>
              <a:t>Please write a box around your answers.</a:t>
            </a:r>
          </a:p>
        </p:txBody>
      </p:sp>
    </p:spTree>
    <p:extLst>
      <p:ext uri="{BB962C8B-B14F-4D97-AF65-F5344CB8AC3E}">
        <p14:creationId xmlns:p14="http://schemas.microsoft.com/office/powerpoint/2010/main" val="3669776865"/>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BD2077-B5EE-B04A-8D24-5E8AC62A58D7}"/>
              </a:ext>
            </a:extLst>
          </p:cNvPr>
          <p:cNvSpPr>
            <a:spLocks noGrp="1"/>
          </p:cNvSpPr>
          <p:nvPr>
            <p:ph type="title"/>
          </p:nvPr>
        </p:nvSpPr>
        <p:spPr>
          <a:xfrm>
            <a:off x="106791" y="66745"/>
            <a:ext cx="8970464" cy="4952443"/>
          </a:xfrm>
        </p:spPr>
        <p:txBody>
          <a:bodyPr>
            <a:normAutofit/>
          </a:bodyPr>
          <a:lstStyle/>
          <a:p>
            <a:r>
              <a:rPr lang="en-US" sz="1200" dirty="0"/>
              <a:t>Theory PS Q2. </a:t>
            </a:r>
            <a:r>
              <a:rPr lang="en-US" sz="1200" dirty="0">
                <a:solidFill>
                  <a:srgbClr val="FF0000"/>
                </a:solidFill>
              </a:rPr>
              <a:t>Must show your work for full credit.</a:t>
            </a:r>
            <a:r>
              <a:rPr lang="en-US" sz="1200" dirty="0"/>
              <a:t> Feel free to add extra slides if needed.</a:t>
            </a:r>
            <a:br>
              <a:rPr lang="en-US" sz="1200" dirty="0"/>
            </a:br>
            <a:br>
              <a:rPr lang="en-US" sz="1200" dirty="0"/>
            </a:br>
            <a:r>
              <a:rPr lang="en-US" sz="1200" dirty="0">
                <a:highlight>
                  <a:srgbClr val="FFFF00"/>
                </a:highlight>
              </a:rPr>
              <a:t>Please write a box around your answers.</a:t>
            </a:r>
            <a:endParaRPr lang="en-US" sz="1200" dirty="0"/>
          </a:p>
        </p:txBody>
      </p:sp>
    </p:spTree>
    <p:extLst>
      <p:ext uri="{BB962C8B-B14F-4D97-AF65-F5344CB8AC3E}">
        <p14:creationId xmlns:p14="http://schemas.microsoft.com/office/powerpoint/2010/main" val="2771228096"/>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BD2077-B5EE-B04A-8D24-5E8AC62A58D7}"/>
              </a:ext>
            </a:extLst>
          </p:cNvPr>
          <p:cNvSpPr>
            <a:spLocks noGrp="1"/>
          </p:cNvSpPr>
          <p:nvPr>
            <p:ph type="title"/>
          </p:nvPr>
        </p:nvSpPr>
        <p:spPr>
          <a:xfrm>
            <a:off x="106791" y="66745"/>
            <a:ext cx="8970464" cy="4952443"/>
          </a:xfrm>
        </p:spPr>
        <p:txBody>
          <a:bodyPr>
            <a:normAutofit/>
          </a:bodyPr>
          <a:lstStyle/>
          <a:p>
            <a:r>
              <a:rPr lang="en-US" sz="1200" dirty="0"/>
              <a:t>Theory PS </a:t>
            </a:r>
            <a:r>
              <a:rPr lang="en-US" sz="1200"/>
              <a:t>Q3.</a:t>
            </a:r>
            <a:endParaRPr lang="en-US" sz="1200" dirty="0"/>
          </a:p>
        </p:txBody>
      </p:sp>
    </p:spTree>
    <p:extLst>
      <p:ext uri="{BB962C8B-B14F-4D97-AF65-F5344CB8AC3E}">
        <p14:creationId xmlns:p14="http://schemas.microsoft.com/office/powerpoint/2010/main" val="2153119946"/>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 name="Google Shape;54;p13"/>
          <p:cNvSpPr txBox="1">
            <a:spLocks noGrp="1"/>
          </p:cNvSpPr>
          <p:nvPr>
            <p:ph type="ctrTitle"/>
          </p:nvPr>
        </p:nvSpPr>
        <p:spPr>
          <a:xfrm>
            <a:off x="311707" y="744575"/>
            <a:ext cx="8520602" cy="1224389"/>
          </a:xfrm>
          <a:prstGeom prst="rect">
            <a:avLst/>
          </a:prstGeom>
        </p:spPr>
        <p:txBody>
          <a:bodyPr>
            <a:normAutofit/>
          </a:bodyPr>
          <a:lstStyle/>
          <a:p>
            <a:r>
              <a:rPr sz="4000" dirty="0"/>
              <a:t>Assignment </a:t>
            </a:r>
            <a:r>
              <a:rPr lang="en-US" sz="4000" dirty="0"/>
              <a:t>2</a:t>
            </a:r>
            <a:r>
              <a:rPr sz="4000" dirty="0"/>
              <a:t> </a:t>
            </a:r>
            <a:r>
              <a:rPr lang="en-US" sz="4000" dirty="0"/>
              <a:t>Paper Review</a:t>
            </a:r>
            <a:br>
              <a:rPr lang="en-US" sz="4000" dirty="0"/>
            </a:br>
            <a:r>
              <a:rPr lang="en-US" sz="2400" b="1" dirty="0">
                <a:solidFill>
                  <a:srgbClr val="FF0000"/>
                </a:solidFill>
              </a:rPr>
              <a:t>DO NOT TAG</a:t>
            </a:r>
            <a:endParaRPr sz="2400" b="1" dirty="0">
              <a:solidFill>
                <a:srgbClr val="FF0000"/>
              </a:solidFill>
            </a:endParaRPr>
          </a:p>
        </p:txBody>
      </p:sp>
    </p:spTree>
    <p:extLst>
      <p:ext uri="{BB962C8B-B14F-4D97-AF65-F5344CB8AC3E}">
        <p14:creationId xmlns:p14="http://schemas.microsoft.com/office/powerpoint/2010/main" val="4138866570"/>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BD2077-B5EE-B04A-8D24-5E8AC62A58D7}"/>
              </a:ext>
            </a:extLst>
          </p:cNvPr>
          <p:cNvSpPr>
            <a:spLocks noGrp="1"/>
          </p:cNvSpPr>
          <p:nvPr>
            <p:ph type="title"/>
          </p:nvPr>
        </p:nvSpPr>
        <p:spPr>
          <a:xfrm>
            <a:off x="106791" y="66745"/>
            <a:ext cx="8970464" cy="4952443"/>
          </a:xfrm>
        </p:spPr>
        <p:txBody>
          <a:bodyPr>
            <a:normAutofit/>
          </a:bodyPr>
          <a:lstStyle/>
          <a:p>
            <a:r>
              <a:rPr lang="en-US" sz="1200" dirty="0"/>
              <a:t>Provide a short preview of the paper of your choice.</a:t>
            </a:r>
          </a:p>
        </p:txBody>
      </p:sp>
    </p:spTree>
    <p:extLst>
      <p:ext uri="{BB962C8B-B14F-4D97-AF65-F5344CB8AC3E}">
        <p14:creationId xmlns:p14="http://schemas.microsoft.com/office/powerpoint/2010/main" val="2983828798"/>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BD2077-B5EE-B04A-8D24-5E8AC62A58D7}"/>
              </a:ext>
            </a:extLst>
          </p:cNvPr>
          <p:cNvSpPr>
            <a:spLocks noGrp="1"/>
          </p:cNvSpPr>
          <p:nvPr>
            <p:ph type="title"/>
          </p:nvPr>
        </p:nvSpPr>
        <p:spPr>
          <a:xfrm>
            <a:off x="106791" y="66745"/>
            <a:ext cx="8970464" cy="4952443"/>
          </a:xfrm>
        </p:spPr>
        <p:txBody>
          <a:bodyPr>
            <a:normAutofit/>
          </a:bodyPr>
          <a:lstStyle/>
          <a:p>
            <a:r>
              <a:rPr lang="en-US" sz="1200" dirty="0"/>
              <a:t>Paper specific Q1. Feel free to add extra slides if needed.</a:t>
            </a:r>
          </a:p>
        </p:txBody>
      </p:sp>
    </p:spTree>
    <p:extLst>
      <p:ext uri="{BB962C8B-B14F-4D97-AF65-F5344CB8AC3E}">
        <p14:creationId xmlns:p14="http://schemas.microsoft.com/office/powerpoint/2010/main" val="2144964825"/>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BD2077-B5EE-B04A-8D24-5E8AC62A58D7}"/>
              </a:ext>
            </a:extLst>
          </p:cNvPr>
          <p:cNvSpPr>
            <a:spLocks noGrp="1"/>
          </p:cNvSpPr>
          <p:nvPr>
            <p:ph type="title"/>
          </p:nvPr>
        </p:nvSpPr>
        <p:spPr>
          <a:xfrm>
            <a:off x="106791" y="66745"/>
            <a:ext cx="8970464" cy="4952443"/>
          </a:xfrm>
        </p:spPr>
        <p:txBody>
          <a:bodyPr>
            <a:normAutofit/>
          </a:bodyPr>
          <a:lstStyle/>
          <a:p>
            <a:r>
              <a:rPr lang="en-US" sz="1200" dirty="0"/>
              <a:t>Paper specific Q2. Feel free to add extra slides if needed.</a:t>
            </a:r>
          </a:p>
        </p:txBody>
      </p:sp>
      <p:sp>
        <p:nvSpPr>
          <p:cNvPr id="3" name="TextBox 2">
            <a:extLst>
              <a:ext uri="{FF2B5EF4-FFF2-40B4-BE49-F238E27FC236}">
                <a16:creationId xmlns:a16="http://schemas.microsoft.com/office/drawing/2014/main" id="{6185D7DF-E660-306D-862D-FB5A23053627}"/>
              </a:ext>
            </a:extLst>
          </p:cNvPr>
          <p:cNvSpPr txBox="1"/>
          <p:nvPr/>
        </p:nvSpPr>
        <p:spPr>
          <a:xfrm>
            <a:off x="874643" y="254442"/>
            <a:ext cx="65" cy="21544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US" sz="1400" b="0" i="0" u="none" strike="noStrike" cap="none" spc="0" normalizeH="0" baseline="0" dirty="0">
              <a:ln>
                <a:noFill/>
              </a:ln>
              <a:solidFill>
                <a:srgbClr val="000000"/>
              </a:solidFill>
              <a:effectLst/>
              <a:uFillTx/>
              <a:latin typeface="+mj-lt"/>
              <a:ea typeface="+mj-ea"/>
              <a:cs typeface="+mj-cs"/>
              <a:sym typeface="Arial"/>
            </a:endParaRPr>
          </a:p>
        </p:txBody>
      </p:sp>
    </p:spTree>
    <p:extLst>
      <p:ext uri="{BB962C8B-B14F-4D97-AF65-F5344CB8AC3E}">
        <p14:creationId xmlns:p14="http://schemas.microsoft.com/office/powerpoint/2010/main" val="1623186423"/>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 name="Google Shape;54;p13"/>
          <p:cNvSpPr txBox="1">
            <a:spLocks noGrp="1"/>
          </p:cNvSpPr>
          <p:nvPr>
            <p:ph type="ctrTitle"/>
          </p:nvPr>
        </p:nvSpPr>
        <p:spPr>
          <a:xfrm>
            <a:off x="311707" y="744575"/>
            <a:ext cx="8520602" cy="2052599"/>
          </a:xfrm>
          <a:prstGeom prst="rect">
            <a:avLst/>
          </a:prstGeom>
        </p:spPr>
        <p:txBody>
          <a:bodyPr/>
          <a:lstStyle/>
          <a:p>
            <a:r>
              <a:rPr lang="en-US" dirty="0"/>
              <a:t>Assignment 2 Writeup</a:t>
            </a:r>
            <a:br>
              <a:rPr lang="en-US" dirty="0"/>
            </a:br>
            <a:r>
              <a:rPr lang="en-US" sz="2400" b="1" dirty="0">
                <a:solidFill>
                  <a:srgbClr val="FF0000"/>
                </a:solidFill>
              </a:rPr>
              <a:t>DO NOT TAG</a:t>
            </a:r>
            <a:endParaRPr dirty="0"/>
          </a:p>
        </p:txBody>
      </p:sp>
      <p:sp>
        <p:nvSpPr>
          <p:cNvPr id="3" name="Text Placeholder 2">
            <a:extLst>
              <a:ext uri="{FF2B5EF4-FFF2-40B4-BE49-F238E27FC236}">
                <a16:creationId xmlns:a16="http://schemas.microsoft.com/office/drawing/2014/main" id="{652347F6-5BA3-B44D-8483-684606466FE4}"/>
              </a:ext>
            </a:extLst>
          </p:cNvPr>
          <p:cNvSpPr>
            <a:spLocks noGrp="1"/>
          </p:cNvSpPr>
          <p:nvPr>
            <p:ph type="body" sz="quarter" idx="1"/>
          </p:nvPr>
        </p:nvSpPr>
        <p:spPr/>
        <p:txBody>
          <a:bodyPr/>
          <a:lstStyle/>
          <a:p>
            <a:endParaRPr lang="en-US"/>
          </a:p>
        </p:txBody>
      </p:sp>
    </p:spTree>
    <p:extLst>
      <p:ext uri="{BB962C8B-B14F-4D97-AF65-F5344CB8AC3E}">
        <p14:creationId xmlns:p14="http://schemas.microsoft.com/office/powerpoint/2010/main" val="1984871016"/>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60;p14">
            <a:extLst>
              <a:ext uri="{FF2B5EF4-FFF2-40B4-BE49-F238E27FC236}">
                <a16:creationId xmlns:a16="http://schemas.microsoft.com/office/drawing/2014/main" id="{5A821E7D-C53E-F043-BC5A-9F55580F9E25}"/>
              </a:ext>
            </a:extLst>
          </p:cNvPr>
          <p:cNvSpPr txBox="1"/>
          <p:nvPr/>
        </p:nvSpPr>
        <p:spPr>
          <a:xfrm>
            <a:off x="636449" y="1909349"/>
            <a:ext cx="7871102" cy="12926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91424" tIns="91424" rIns="91424" bIns="91424">
            <a:spAutoFit/>
          </a:bodyPr>
          <a:lstStyle>
            <a:lvl1pPr>
              <a:defRPr sz="4800"/>
            </a:lvl1pPr>
          </a:lstStyle>
          <a:p>
            <a:pPr algn="ctr"/>
            <a:r>
              <a:rPr lang="en-US" dirty="0"/>
              <a:t>Part-1 </a:t>
            </a:r>
            <a:r>
              <a:rPr lang="en-US" dirty="0" err="1"/>
              <a:t>ConvNet</a:t>
            </a:r>
            <a:endParaRPr lang="en-US" dirty="0"/>
          </a:p>
          <a:p>
            <a:pPr algn="ctr"/>
            <a:r>
              <a:rPr lang="en-US" sz="2400" b="1" dirty="0">
                <a:solidFill>
                  <a:srgbClr val="FF0000"/>
                </a:solidFill>
              </a:rPr>
              <a:t>DO NOT TAG</a:t>
            </a:r>
            <a:endParaRPr sz="2400" b="1" dirty="0">
              <a:solidFill>
                <a:srgbClr val="FF0000"/>
              </a:solidFill>
            </a:endParaRPr>
          </a:p>
        </p:txBody>
      </p:sp>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 name="Google Shape;65;p15"/>
          <p:cNvSpPr txBox="1">
            <a:spLocks noGrp="1"/>
          </p:cNvSpPr>
          <p:nvPr>
            <p:ph type="body" sz="quarter" idx="1"/>
          </p:nvPr>
        </p:nvSpPr>
        <p:spPr>
          <a:xfrm>
            <a:off x="311699" y="229021"/>
            <a:ext cx="8520602" cy="847800"/>
          </a:xfrm>
          <a:prstGeom prst="rect">
            <a:avLst/>
          </a:prstGeom>
        </p:spPr>
        <p:txBody>
          <a:bodyPr/>
          <a:lstStyle>
            <a:lvl1pPr marL="0" indent="0">
              <a:spcBef>
                <a:spcPts val="1600"/>
              </a:spcBef>
              <a:buSzTx/>
              <a:buNone/>
            </a:lvl1pPr>
          </a:lstStyle>
          <a:p>
            <a:r>
              <a:rPr dirty="0"/>
              <a:t>Put your </a:t>
            </a:r>
            <a:r>
              <a:rPr lang="en-US" dirty="0"/>
              <a:t>training</a:t>
            </a:r>
            <a:r>
              <a:rPr dirty="0"/>
              <a:t> curve here:</a:t>
            </a:r>
          </a:p>
        </p:txBody>
      </p:sp>
    </p:spTree>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60;p14">
            <a:extLst>
              <a:ext uri="{FF2B5EF4-FFF2-40B4-BE49-F238E27FC236}">
                <a16:creationId xmlns:a16="http://schemas.microsoft.com/office/drawing/2014/main" id="{E2C47EFE-090B-2A42-9A5D-960A511BE264}"/>
              </a:ext>
            </a:extLst>
          </p:cNvPr>
          <p:cNvSpPr txBox="1"/>
          <p:nvPr/>
        </p:nvSpPr>
        <p:spPr>
          <a:xfrm>
            <a:off x="636449" y="1909349"/>
            <a:ext cx="7871102" cy="12926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91424" tIns="91424" rIns="91424" bIns="91424">
            <a:spAutoFit/>
          </a:bodyPr>
          <a:lstStyle>
            <a:lvl1pPr>
              <a:defRPr sz="4800"/>
            </a:lvl1pPr>
          </a:lstStyle>
          <a:p>
            <a:pPr algn="ctr"/>
            <a:r>
              <a:rPr lang="en-US" dirty="0"/>
              <a:t>My CNN Model</a:t>
            </a:r>
          </a:p>
          <a:p>
            <a:pPr algn="ctr"/>
            <a:r>
              <a:rPr lang="en-US" sz="2400" b="1" dirty="0">
                <a:solidFill>
                  <a:srgbClr val="FF0000"/>
                </a:solidFill>
              </a:rPr>
              <a:t>DO NOT TAG</a:t>
            </a:r>
            <a:endParaRPr sz="2400" b="1" dirty="0">
              <a:solidFill>
                <a:srgbClr val="FF0000"/>
              </a:solidFill>
            </a:endParaRPr>
          </a:p>
        </p:txBody>
      </p:sp>
    </p:spTree>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 name="Google Shape;65;p15"/>
          <p:cNvSpPr txBox="1">
            <a:spLocks noGrp="1"/>
          </p:cNvSpPr>
          <p:nvPr>
            <p:ph type="body" sz="quarter" idx="1"/>
          </p:nvPr>
        </p:nvSpPr>
        <p:spPr>
          <a:xfrm>
            <a:off x="311699" y="111326"/>
            <a:ext cx="8520602" cy="847801"/>
          </a:xfrm>
          <a:prstGeom prst="rect">
            <a:avLst/>
          </a:prstGeom>
        </p:spPr>
        <p:txBody>
          <a:bodyPr/>
          <a:lstStyle>
            <a:lvl1pPr marL="0" indent="0">
              <a:spcBef>
                <a:spcPts val="1600"/>
              </a:spcBef>
              <a:buSzTx/>
              <a:buNone/>
            </a:lvl1pPr>
          </a:lstStyle>
          <a:p>
            <a:r>
              <a:rPr dirty="0"/>
              <a:t>Describe</a:t>
            </a:r>
            <a:r>
              <a:rPr lang="en-US" dirty="0"/>
              <a:t> and justify</a:t>
            </a:r>
            <a:r>
              <a:rPr dirty="0"/>
              <a:t> your model design in </a:t>
            </a:r>
            <a:r>
              <a:rPr lang="en-US" dirty="0"/>
              <a:t>plain text </a:t>
            </a:r>
            <a:r>
              <a:rPr dirty="0"/>
              <a:t>here:</a:t>
            </a:r>
          </a:p>
        </p:txBody>
      </p:sp>
      <p:sp>
        <p:nvSpPr>
          <p:cNvPr id="119" name="Google Shape;66;p15"/>
          <p:cNvSpPr txBox="1"/>
          <p:nvPr/>
        </p:nvSpPr>
        <p:spPr>
          <a:xfrm>
            <a:off x="311699" y="1719570"/>
            <a:ext cx="8520602" cy="964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91424" tIns="91424" rIns="91424" bIns="91424">
            <a:normAutofit/>
          </a:bodyPr>
          <a:lstStyle>
            <a:lvl1pPr>
              <a:lnSpc>
                <a:spcPct val="115000"/>
              </a:lnSpc>
              <a:spcBef>
                <a:spcPts val="1600"/>
              </a:spcBef>
              <a:defRPr sz="1800">
                <a:solidFill>
                  <a:schemeClr val="accent2">
                    <a:lumOff val="21764"/>
                  </a:schemeClr>
                </a:solidFill>
              </a:defRPr>
            </a:lvl1pPr>
          </a:lstStyle>
          <a:p>
            <a:r>
              <a:rPr dirty="0"/>
              <a:t>Describe </a:t>
            </a:r>
            <a:r>
              <a:rPr lang="en-US" dirty="0"/>
              <a:t>and justify your</a:t>
            </a:r>
            <a:r>
              <a:rPr dirty="0"/>
              <a:t> choice of hyper-parameters:</a:t>
            </a:r>
          </a:p>
        </p:txBody>
      </p:sp>
      <p:sp>
        <p:nvSpPr>
          <p:cNvPr id="120" name="Google Shape;67;p15"/>
          <p:cNvSpPr txBox="1"/>
          <p:nvPr/>
        </p:nvSpPr>
        <p:spPr>
          <a:xfrm>
            <a:off x="311699" y="3850649"/>
            <a:ext cx="8520602" cy="964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91424" tIns="91424" rIns="91424" bIns="91424">
            <a:normAutofit/>
          </a:bodyPr>
          <a:lstStyle>
            <a:lvl1pPr>
              <a:lnSpc>
                <a:spcPct val="115000"/>
              </a:lnSpc>
              <a:spcBef>
                <a:spcPts val="1600"/>
              </a:spcBef>
              <a:defRPr sz="1800">
                <a:solidFill>
                  <a:schemeClr val="accent2">
                    <a:lumOff val="21764"/>
                  </a:schemeClr>
                </a:solidFill>
              </a:defRPr>
            </a:lvl1pPr>
          </a:lstStyle>
          <a:p>
            <a:r>
              <a:t>What’s your final accuracy on validation set?</a:t>
            </a:r>
          </a:p>
        </p:txBody>
      </p:sp>
    </p:spTree>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60;p14">
            <a:extLst>
              <a:ext uri="{FF2B5EF4-FFF2-40B4-BE49-F238E27FC236}">
                <a16:creationId xmlns:a16="http://schemas.microsoft.com/office/drawing/2014/main" id="{C1027A39-B87B-284D-96E1-894729E7BA9B}"/>
              </a:ext>
            </a:extLst>
          </p:cNvPr>
          <p:cNvSpPr txBox="1"/>
          <p:nvPr/>
        </p:nvSpPr>
        <p:spPr>
          <a:xfrm>
            <a:off x="636449" y="1909349"/>
            <a:ext cx="7871102" cy="12926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91424" tIns="91424" rIns="91424" bIns="91424">
            <a:spAutoFit/>
          </a:bodyPr>
          <a:lstStyle>
            <a:lvl1pPr>
              <a:defRPr sz="4800"/>
            </a:lvl1pPr>
          </a:lstStyle>
          <a:p>
            <a:pPr algn="ctr"/>
            <a:r>
              <a:rPr lang="en-US" dirty="0"/>
              <a:t>Data Wrangling</a:t>
            </a:r>
          </a:p>
          <a:p>
            <a:pPr algn="ctr"/>
            <a:r>
              <a:rPr lang="en-US" sz="2400" b="1" dirty="0">
                <a:solidFill>
                  <a:srgbClr val="FF0000"/>
                </a:solidFill>
              </a:rPr>
              <a:t>DO NOT TAG</a:t>
            </a:r>
            <a:endParaRPr sz="2400" b="1" dirty="0">
              <a:solidFill>
                <a:srgbClr val="FF0000"/>
              </a:solidFill>
            </a:endParaRPr>
          </a:p>
        </p:txBody>
      </p:sp>
    </p:spTree>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 name="Google Shape;77;p17"/>
          <p:cNvSpPr txBox="1">
            <a:spLocks noGrp="1"/>
          </p:cNvSpPr>
          <p:nvPr>
            <p:ph type="body" idx="1"/>
          </p:nvPr>
        </p:nvSpPr>
        <p:spPr>
          <a:xfrm>
            <a:off x="311699" y="1152475"/>
            <a:ext cx="8520602" cy="3416400"/>
          </a:xfrm>
          <a:prstGeom prst="rect">
            <a:avLst/>
          </a:prstGeom>
        </p:spPr>
        <p:txBody>
          <a:bodyPr/>
          <a:lstStyle/>
          <a:p>
            <a:pPr marL="0" indent="0">
              <a:buSzTx/>
              <a:buNone/>
            </a:pPr>
            <a:r>
              <a:rPr dirty="0"/>
              <a:t>What’s your result of training with regular CE loss on imbalanced CIFAR-10?</a:t>
            </a:r>
          </a:p>
          <a:p>
            <a:pPr marL="0" indent="0">
              <a:spcBef>
                <a:spcPts val="1600"/>
              </a:spcBef>
              <a:buSzTx/>
              <a:buNone/>
            </a:pPr>
            <a:r>
              <a:rPr lang="en-US" dirty="0"/>
              <a:t>Tune appropriate parameters and f</a:t>
            </a:r>
            <a:r>
              <a:rPr dirty="0"/>
              <a:t>ill in your </a:t>
            </a:r>
            <a:r>
              <a:rPr lang="en-US" dirty="0"/>
              <a:t>best </a:t>
            </a:r>
            <a:r>
              <a:rPr dirty="0"/>
              <a:t>per-class accuracy in the table</a:t>
            </a:r>
          </a:p>
        </p:txBody>
      </p:sp>
      <p:graphicFrame>
        <p:nvGraphicFramePr>
          <p:cNvPr id="125" name="Google Shape;78;p17"/>
          <p:cNvGraphicFramePr/>
          <p:nvPr>
            <p:extLst>
              <p:ext uri="{D42A27DB-BD31-4B8C-83A1-F6EECF244321}">
                <p14:modId xmlns:p14="http://schemas.microsoft.com/office/powerpoint/2010/main" val="1604556105"/>
              </p:ext>
            </p:extLst>
          </p:nvPr>
        </p:nvGraphicFramePr>
        <p:xfrm>
          <a:off x="430775" y="2400749"/>
          <a:ext cx="8125725" cy="1216045"/>
        </p:xfrm>
        <a:graphic>
          <a:graphicData uri="http://schemas.openxmlformats.org/drawingml/2006/table">
            <a:tbl>
              <a:tblPr>
                <a:tableStyleId>{4C3C2611-4C71-4FC5-86AE-919BDF0F9419}</a:tableStyleId>
              </a:tblPr>
              <a:tblGrid>
                <a:gridCol w="876375">
                  <a:extLst>
                    <a:ext uri="{9D8B030D-6E8A-4147-A177-3AD203B41FA5}">
                      <a16:colId xmlns:a16="http://schemas.microsoft.com/office/drawing/2014/main" val="20000"/>
                    </a:ext>
                  </a:extLst>
                </a:gridCol>
                <a:gridCol w="725775">
                  <a:extLst>
                    <a:ext uri="{9D8B030D-6E8A-4147-A177-3AD203B41FA5}">
                      <a16:colId xmlns:a16="http://schemas.microsoft.com/office/drawing/2014/main" val="20001"/>
                    </a:ext>
                  </a:extLst>
                </a:gridCol>
                <a:gridCol w="629625">
                  <a:extLst>
                    <a:ext uri="{9D8B030D-6E8A-4147-A177-3AD203B41FA5}">
                      <a16:colId xmlns:a16="http://schemas.microsoft.com/office/drawing/2014/main" val="20002"/>
                    </a:ext>
                  </a:extLst>
                </a:gridCol>
                <a:gridCol w="655500">
                  <a:extLst>
                    <a:ext uri="{9D8B030D-6E8A-4147-A177-3AD203B41FA5}">
                      <a16:colId xmlns:a16="http://schemas.microsoft.com/office/drawing/2014/main" val="20003"/>
                    </a:ext>
                  </a:extLst>
                </a:gridCol>
                <a:gridCol w="811475">
                  <a:extLst>
                    <a:ext uri="{9D8B030D-6E8A-4147-A177-3AD203B41FA5}">
                      <a16:colId xmlns:a16="http://schemas.microsoft.com/office/drawing/2014/main" val="20004"/>
                    </a:ext>
                  </a:extLst>
                </a:gridCol>
                <a:gridCol w="759475">
                  <a:extLst>
                    <a:ext uri="{9D8B030D-6E8A-4147-A177-3AD203B41FA5}">
                      <a16:colId xmlns:a16="http://schemas.microsoft.com/office/drawing/2014/main" val="20005"/>
                    </a:ext>
                  </a:extLst>
                </a:gridCol>
                <a:gridCol w="733500">
                  <a:extLst>
                    <a:ext uri="{9D8B030D-6E8A-4147-A177-3AD203B41FA5}">
                      <a16:colId xmlns:a16="http://schemas.microsoft.com/office/drawing/2014/main" val="20006"/>
                    </a:ext>
                  </a:extLst>
                </a:gridCol>
                <a:gridCol w="733500">
                  <a:extLst>
                    <a:ext uri="{9D8B030D-6E8A-4147-A177-3AD203B41FA5}">
                      <a16:colId xmlns:a16="http://schemas.microsoft.com/office/drawing/2014/main" val="20007"/>
                    </a:ext>
                  </a:extLst>
                </a:gridCol>
                <a:gridCol w="733500">
                  <a:extLst>
                    <a:ext uri="{9D8B030D-6E8A-4147-A177-3AD203B41FA5}">
                      <a16:colId xmlns:a16="http://schemas.microsoft.com/office/drawing/2014/main" val="20008"/>
                    </a:ext>
                  </a:extLst>
                </a:gridCol>
                <a:gridCol w="733500">
                  <a:extLst>
                    <a:ext uri="{9D8B030D-6E8A-4147-A177-3AD203B41FA5}">
                      <a16:colId xmlns:a16="http://schemas.microsoft.com/office/drawing/2014/main" val="20009"/>
                    </a:ext>
                  </a:extLst>
                </a:gridCol>
                <a:gridCol w="733500">
                  <a:extLst>
                    <a:ext uri="{9D8B030D-6E8A-4147-A177-3AD203B41FA5}">
                      <a16:colId xmlns:a16="http://schemas.microsoft.com/office/drawing/2014/main" val="20010"/>
                    </a:ext>
                  </a:extLst>
                </a:gridCol>
              </a:tblGrid>
              <a:tr h="594150">
                <a:tc>
                  <a:txBody>
                    <a:bodyPr/>
                    <a:lstStyle/>
                    <a:p>
                      <a:pPr algn="l">
                        <a:defRPr sz="1400"/>
                      </a:pPr>
                      <a:endParaRPr/>
                    </a:p>
                  </a:txBody>
                  <a:tcPr marL="91425" marR="91425" marT="91425" marB="91425" horzOverflow="overflow"/>
                </a:tc>
                <a:tc>
                  <a:txBody>
                    <a:bodyPr/>
                    <a:lstStyle/>
                    <a:p>
                      <a:pPr algn="l">
                        <a:defRPr sz="1800"/>
                      </a:pPr>
                      <a:r>
                        <a:rPr sz="1400" dirty="0"/>
                        <a:t>Class 
0</a:t>
                      </a:r>
                    </a:p>
                  </a:txBody>
                  <a:tcPr marL="91425" marR="91425" marT="91425" marB="91425" horzOverflow="overflow"/>
                </a:tc>
                <a:tc>
                  <a:txBody>
                    <a:bodyPr/>
                    <a:lstStyle/>
                    <a:p>
                      <a:pPr algn="l">
                        <a:defRPr sz="1400"/>
                      </a:pPr>
                      <a:r>
                        <a:t>Class</a:t>
                      </a:r>
                    </a:p>
                    <a:p>
                      <a:pPr algn="l">
                        <a:defRPr sz="1400"/>
                      </a:pPr>
                      <a:r>
                        <a:t>1</a:t>
                      </a:r>
                    </a:p>
                  </a:txBody>
                  <a:tcPr marL="91425" marR="91425" marT="91425" marB="91425" horzOverflow="overflow"/>
                </a:tc>
                <a:tc>
                  <a:txBody>
                    <a:bodyPr/>
                    <a:lstStyle/>
                    <a:p>
                      <a:pPr algn="l">
                        <a:defRPr sz="1800"/>
                      </a:pPr>
                      <a:r>
                        <a:rPr sz="1400"/>
                        <a:t>Class
2</a:t>
                      </a:r>
                    </a:p>
                  </a:txBody>
                  <a:tcPr marL="91425" marR="91425" marT="91425" marB="91425" horzOverflow="overflow"/>
                </a:tc>
                <a:tc>
                  <a:txBody>
                    <a:bodyPr/>
                    <a:lstStyle/>
                    <a:p>
                      <a:pPr algn="l">
                        <a:defRPr sz="1400"/>
                      </a:pPr>
                      <a:r>
                        <a:t>Class 3</a:t>
                      </a:r>
                    </a:p>
                  </a:txBody>
                  <a:tcPr marL="91425" marR="91425" marT="91425" marB="91425" horzOverflow="overflow"/>
                </a:tc>
                <a:tc>
                  <a:txBody>
                    <a:bodyPr/>
                    <a:lstStyle/>
                    <a:p>
                      <a:pPr algn="l">
                        <a:defRPr sz="1400"/>
                      </a:pPr>
                      <a:r>
                        <a:t>Class 4</a:t>
                      </a:r>
                    </a:p>
                  </a:txBody>
                  <a:tcPr marL="91425" marR="91425" marT="91425" marB="91425" horzOverflow="overflow"/>
                </a:tc>
                <a:tc>
                  <a:txBody>
                    <a:bodyPr/>
                    <a:lstStyle/>
                    <a:p>
                      <a:pPr algn="l">
                        <a:defRPr sz="1400"/>
                      </a:pPr>
                      <a:r>
                        <a:t>Class 5</a:t>
                      </a:r>
                    </a:p>
                  </a:txBody>
                  <a:tcPr marL="91425" marR="91425" marT="91425" marB="91425" horzOverflow="overflow"/>
                </a:tc>
                <a:tc>
                  <a:txBody>
                    <a:bodyPr/>
                    <a:lstStyle/>
                    <a:p>
                      <a:pPr algn="l">
                        <a:defRPr sz="1400"/>
                      </a:pPr>
                      <a:r>
                        <a:t>Class 6</a:t>
                      </a:r>
                    </a:p>
                  </a:txBody>
                  <a:tcPr marL="91425" marR="91425" marT="91425" marB="91425" horzOverflow="overflow"/>
                </a:tc>
                <a:tc>
                  <a:txBody>
                    <a:bodyPr/>
                    <a:lstStyle/>
                    <a:p>
                      <a:pPr algn="l">
                        <a:defRPr sz="1400"/>
                      </a:pPr>
                      <a:r>
                        <a:t>Class 7</a:t>
                      </a:r>
                    </a:p>
                  </a:txBody>
                  <a:tcPr marL="91425" marR="91425" marT="91425" marB="91425" horzOverflow="overflow"/>
                </a:tc>
                <a:tc>
                  <a:txBody>
                    <a:bodyPr/>
                    <a:lstStyle/>
                    <a:p>
                      <a:pPr algn="l">
                        <a:defRPr sz="1400"/>
                      </a:pPr>
                      <a:r>
                        <a:t>Class 8</a:t>
                      </a:r>
                    </a:p>
                  </a:txBody>
                  <a:tcPr marL="91425" marR="91425" marT="91425" marB="91425" horzOverflow="overflow"/>
                </a:tc>
                <a:tc>
                  <a:txBody>
                    <a:bodyPr/>
                    <a:lstStyle/>
                    <a:p>
                      <a:pPr algn="l">
                        <a:defRPr sz="1400"/>
                      </a:pPr>
                      <a:r>
                        <a:t>Class 9</a:t>
                      </a:r>
                    </a:p>
                  </a:txBody>
                  <a:tcPr marL="91425" marR="91425" marT="91425" marB="91425" horzOverflow="overflow"/>
                </a:tc>
                <a:extLst>
                  <a:ext uri="{0D108BD9-81ED-4DB2-BD59-A6C34878D82A}">
                    <a16:rowId xmlns:a16="http://schemas.microsoft.com/office/drawing/2014/main" val="10000"/>
                  </a:ext>
                </a:extLst>
              </a:tr>
              <a:tr h="606475">
                <a:tc>
                  <a:txBody>
                    <a:bodyPr/>
                    <a:lstStyle/>
                    <a:p>
                      <a:pPr algn="l">
                        <a:defRPr sz="1800"/>
                      </a:pPr>
                      <a:r>
                        <a:rPr sz="1400"/>
                        <a:t>CE Loss</a:t>
                      </a:r>
                    </a:p>
                  </a:txBody>
                  <a:tcPr marL="91425" marR="91425" marT="91425" marB="91425" horzOverflow="overflow"/>
                </a:tc>
                <a:tc>
                  <a:txBody>
                    <a:bodyPr/>
                    <a:lstStyle/>
                    <a:p>
                      <a:pPr algn="l">
                        <a:defRPr sz="1400"/>
                      </a:pPr>
                      <a:endParaRPr/>
                    </a:p>
                  </a:txBody>
                  <a:tcPr marL="91425" marR="91425" marT="91425" marB="91425" horzOverflow="overflow"/>
                </a:tc>
                <a:tc>
                  <a:txBody>
                    <a:bodyPr/>
                    <a:lstStyle/>
                    <a:p>
                      <a:pPr algn="l">
                        <a:defRPr sz="1400"/>
                      </a:pPr>
                      <a:endParaRPr/>
                    </a:p>
                  </a:txBody>
                  <a:tcPr marL="91425" marR="91425" marT="91425" marB="91425" horzOverflow="overflow"/>
                </a:tc>
                <a:tc>
                  <a:txBody>
                    <a:bodyPr/>
                    <a:lstStyle/>
                    <a:p>
                      <a:pPr algn="l">
                        <a:defRPr sz="1400"/>
                      </a:pPr>
                      <a:endParaRPr/>
                    </a:p>
                  </a:txBody>
                  <a:tcPr marL="91425" marR="91425" marT="91425" marB="91425" horzOverflow="overflow"/>
                </a:tc>
                <a:tc>
                  <a:txBody>
                    <a:bodyPr/>
                    <a:lstStyle/>
                    <a:p>
                      <a:pPr algn="l">
                        <a:defRPr sz="1400"/>
                      </a:pPr>
                      <a:endParaRPr/>
                    </a:p>
                  </a:txBody>
                  <a:tcPr marL="91425" marR="91425" marT="91425" marB="91425" horzOverflow="overflow"/>
                </a:tc>
                <a:tc>
                  <a:txBody>
                    <a:bodyPr/>
                    <a:lstStyle/>
                    <a:p>
                      <a:pPr algn="l">
                        <a:defRPr sz="1400"/>
                      </a:pPr>
                      <a:endParaRPr/>
                    </a:p>
                  </a:txBody>
                  <a:tcPr marL="91425" marR="91425" marT="91425" marB="91425" horzOverflow="overflow"/>
                </a:tc>
                <a:tc>
                  <a:txBody>
                    <a:bodyPr/>
                    <a:lstStyle/>
                    <a:p>
                      <a:pPr algn="l">
                        <a:defRPr sz="1400"/>
                      </a:pPr>
                      <a:endParaRPr/>
                    </a:p>
                  </a:txBody>
                  <a:tcPr marL="91425" marR="91425" marT="91425" marB="91425" horzOverflow="overflow"/>
                </a:tc>
                <a:tc>
                  <a:txBody>
                    <a:bodyPr/>
                    <a:lstStyle/>
                    <a:p>
                      <a:pPr algn="l">
                        <a:defRPr sz="1400"/>
                      </a:pPr>
                      <a:endParaRPr/>
                    </a:p>
                  </a:txBody>
                  <a:tcPr marL="91425" marR="91425" marT="91425" marB="91425" horzOverflow="overflow"/>
                </a:tc>
                <a:tc>
                  <a:txBody>
                    <a:bodyPr/>
                    <a:lstStyle/>
                    <a:p>
                      <a:pPr algn="l">
                        <a:defRPr sz="1400"/>
                      </a:pPr>
                      <a:endParaRPr/>
                    </a:p>
                  </a:txBody>
                  <a:tcPr marL="91425" marR="91425" marT="91425" marB="91425" horzOverflow="overflow"/>
                </a:tc>
                <a:tc>
                  <a:txBody>
                    <a:bodyPr/>
                    <a:lstStyle/>
                    <a:p>
                      <a:pPr algn="l">
                        <a:defRPr sz="1400"/>
                      </a:pPr>
                      <a:endParaRPr/>
                    </a:p>
                  </a:txBody>
                  <a:tcPr marL="91425" marR="91425" marT="91425" marB="91425" horzOverflow="overflow"/>
                </a:tc>
                <a:tc>
                  <a:txBody>
                    <a:bodyPr/>
                    <a:lstStyle/>
                    <a:p>
                      <a:pPr algn="l">
                        <a:defRPr sz="1400"/>
                      </a:pPr>
                      <a:endParaRPr dirty="0"/>
                    </a:p>
                  </a:txBody>
                  <a:tcPr marL="91425" marR="91425" marT="91425" marB="91425" horzOverflow="overflow"/>
                </a:tc>
                <a:extLst>
                  <a:ext uri="{0D108BD9-81ED-4DB2-BD59-A6C34878D82A}">
                    <a16:rowId xmlns:a16="http://schemas.microsoft.com/office/drawing/2014/main" val="10001"/>
                  </a:ext>
                </a:extLst>
              </a:tr>
            </a:tbl>
          </a:graphicData>
        </a:graphic>
      </p:graphicFrame>
    </p:spTree>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7" name="Google Shape;83;p18"/>
          <p:cNvSpPr txBox="1">
            <a:spLocks noGrp="1"/>
          </p:cNvSpPr>
          <p:nvPr>
            <p:ph type="body" idx="1"/>
          </p:nvPr>
        </p:nvSpPr>
        <p:spPr>
          <a:xfrm>
            <a:off x="311699" y="1152475"/>
            <a:ext cx="8520602" cy="3416400"/>
          </a:xfrm>
          <a:prstGeom prst="rect">
            <a:avLst/>
          </a:prstGeom>
        </p:spPr>
        <p:txBody>
          <a:bodyPr/>
          <a:lstStyle/>
          <a:p>
            <a:pPr marL="0" indent="0">
              <a:buSzTx/>
              <a:buNone/>
            </a:pPr>
            <a:r>
              <a:rPr dirty="0"/>
              <a:t>What’s your result of training with CB-Focal loss on imbalanced CIFAR-10?</a:t>
            </a:r>
          </a:p>
          <a:p>
            <a:pPr marL="0" indent="0">
              <a:spcBef>
                <a:spcPts val="1600"/>
              </a:spcBef>
              <a:buSzTx/>
              <a:buNone/>
            </a:pPr>
            <a:r>
              <a:rPr lang="en-US" dirty="0"/>
              <a:t>Additionally t</a:t>
            </a:r>
            <a:r>
              <a:rPr dirty="0"/>
              <a:t>une the hyper-parameter beta and fill in your per-class accuracy in the table</a:t>
            </a:r>
            <a:r>
              <a:rPr lang="en-US" dirty="0"/>
              <a:t>; add more rows as needed</a:t>
            </a:r>
            <a:endParaRPr dirty="0"/>
          </a:p>
        </p:txBody>
      </p:sp>
      <p:graphicFrame>
        <p:nvGraphicFramePr>
          <p:cNvPr id="128" name="Google Shape;84;p18"/>
          <p:cNvGraphicFramePr/>
          <p:nvPr/>
        </p:nvGraphicFramePr>
        <p:xfrm>
          <a:off x="125525" y="2400749"/>
          <a:ext cx="8373750" cy="1822520"/>
        </p:xfrm>
        <a:graphic>
          <a:graphicData uri="http://schemas.openxmlformats.org/drawingml/2006/table">
            <a:tbl>
              <a:tblPr>
                <a:tableStyleId>{4C3C2611-4C71-4FC5-86AE-919BDF0F9419}</a:tableStyleId>
              </a:tblPr>
              <a:tblGrid>
                <a:gridCol w="909525">
                  <a:extLst>
                    <a:ext uri="{9D8B030D-6E8A-4147-A177-3AD203B41FA5}">
                      <a16:colId xmlns:a16="http://schemas.microsoft.com/office/drawing/2014/main" val="20000"/>
                    </a:ext>
                  </a:extLst>
                </a:gridCol>
                <a:gridCol w="693850">
                  <a:extLst>
                    <a:ext uri="{9D8B030D-6E8A-4147-A177-3AD203B41FA5}">
                      <a16:colId xmlns:a16="http://schemas.microsoft.com/office/drawing/2014/main" val="20001"/>
                    </a:ext>
                  </a:extLst>
                </a:gridCol>
                <a:gridCol w="653450">
                  <a:extLst>
                    <a:ext uri="{9D8B030D-6E8A-4147-A177-3AD203B41FA5}">
                      <a16:colId xmlns:a16="http://schemas.microsoft.com/office/drawing/2014/main" val="20002"/>
                    </a:ext>
                  </a:extLst>
                </a:gridCol>
                <a:gridCol w="680300">
                  <a:extLst>
                    <a:ext uri="{9D8B030D-6E8A-4147-A177-3AD203B41FA5}">
                      <a16:colId xmlns:a16="http://schemas.microsoft.com/office/drawing/2014/main" val="20003"/>
                    </a:ext>
                  </a:extLst>
                </a:gridCol>
                <a:gridCol w="842175">
                  <a:extLst>
                    <a:ext uri="{9D8B030D-6E8A-4147-A177-3AD203B41FA5}">
                      <a16:colId xmlns:a16="http://schemas.microsoft.com/office/drawing/2014/main" val="20004"/>
                    </a:ext>
                  </a:extLst>
                </a:gridCol>
                <a:gridCol w="788200">
                  <a:extLst>
                    <a:ext uri="{9D8B030D-6E8A-4147-A177-3AD203B41FA5}">
                      <a16:colId xmlns:a16="http://schemas.microsoft.com/office/drawing/2014/main" val="20005"/>
                    </a:ext>
                  </a:extLst>
                </a:gridCol>
                <a:gridCol w="761250">
                  <a:extLst>
                    <a:ext uri="{9D8B030D-6E8A-4147-A177-3AD203B41FA5}">
                      <a16:colId xmlns:a16="http://schemas.microsoft.com/office/drawing/2014/main" val="20006"/>
                    </a:ext>
                  </a:extLst>
                </a:gridCol>
                <a:gridCol w="761250">
                  <a:extLst>
                    <a:ext uri="{9D8B030D-6E8A-4147-A177-3AD203B41FA5}">
                      <a16:colId xmlns:a16="http://schemas.microsoft.com/office/drawing/2014/main" val="20007"/>
                    </a:ext>
                  </a:extLst>
                </a:gridCol>
                <a:gridCol w="761250">
                  <a:extLst>
                    <a:ext uri="{9D8B030D-6E8A-4147-A177-3AD203B41FA5}">
                      <a16:colId xmlns:a16="http://schemas.microsoft.com/office/drawing/2014/main" val="20008"/>
                    </a:ext>
                  </a:extLst>
                </a:gridCol>
                <a:gridCol w="761250">
                  <a:extLst>
                    <a:ext uri="{9D8B030D-6E8A-4147-A177-3AD203B41FA5}">
                      <a16:colId xmlns:a16="http://schemas.microsoft.com/office/drawing/2014/main" val="20009"/>
                    </a:ext>
                  </a:extLst>
                </a:gridCol>
                <a:gridCol w="761250">
                  <a:extLst>
                    <a:ext uri="{9D8B030D-6E8A-4147-A177-3AD203B41FA5}">
                      <a16:colId xmlns:a16="http://schemas.microsoft.com/office/drawing/2014/main" val="20010"/>
                    </a:ext>
                  </a:extLst>
                </a:gridCol>
              </a:tblGrid>
              <a:tr h="594150">
                <a:tc>
                  <a:txBody>
                    <a:bodyPr/>
                    <a:lstStyle/>
                    <a:p>
                      <a:pPr algn="l">
                        <a:defRPr sz="1400"/>
                      </a:pPr>
                      <a:endParaRPr/>
                    </a:p>
                  </a:txBody>
                  <a:tcPr marL="91425" marR="91425" marT="91425" marB="91425" horzOverflow="overflow"/>
                </a:tc>
                <a:tc>
                  <a:txBody>
                    <a:bodyPr/>
                    <a:lstStyle/>
                    <a:p>
                      <a:pPr algn="l">
                        <a:defRPr sz="1800"/>
                      </a:pPr>
                      <a:r>
                        <a:rPr sz="1400"/>
                        <a:t>Class 
0</a:t>
                      </a:r>
                    </a:p>
                  </a:txBody>
                  <a:tcPr marL="91425" marR="91425" marT="91425" marB="91425" horzOverflow="overflow"/>
                </a:tc>
                <a:tc>
                  <a:txBody>
                    <a:bodyPr/>
                    <a:lstStyle/>
                    <a:p>
                      <a:pPr algn="l">
                        <a:defRPr sz="1400"/>
                      </a:pPr>
                      <a:r>
                        <a:t>Class</a:t>
                      </a:r>
                    </a:p>
                    <a:p>
                      <a:pPr algn="l">
                        <a:defRPr sz="1400"/>
                      </a:pPr>
                      <a:r>
                        <a:t>1</a:t>
                      </a:r>
                    </a:p>
                  </a:txBody>
                  <a:tcPr marL="91425" marR="91425" marT="91425" marB="91425" horzOverflow="overflow"/>
                </a:tc>
                <a:tc>
                  <a:txBody>
                    <a:bodyPr/>
                    <a:lstStyle/>
                    <a:p>
                      <a:pPr algn="l">
                        <a:defRPr sz="1800"/>
                      </a:pPr>
                      <a:r>
                        <a:rPr sz="1400"/>
                        <a:t>Class
2</a:t>
                      </a:r>
                    </a:p>
                  </a:txBody>
                  <a:tcPr marL="91425" marR="91425" marT="91425" marB="91425" horzOverflow="overflow"/>
                </a:tc>
                <a:tc>
                  <a:txBody>
                    <a:bodyPr/>
                    <a:lstStyle/>
                    <a:p>
                      <a:pPr algn="l">
                        <a:defRPr sz="1400"/>
                      </a:pPr>
                      <a:r>
                        <a:t>Class 3</a:t>
                      </a:r>
                    </a:p>
                  </a:txBody>
                  <a:tcPr marL="91425" marR="91425" marT="91425" marB="91425" horzOverflow="overflow"/>
                </a:tc>
                <a:tc>
                  <a:txBody>
                    <a:bodyPr/>
                    <a:lstStyle/>
                    <a:p>
                      <a:pPr algn="l">
                        <a:defRPr sz="1400"/>
                      </a:pPr>
                      <a:r>
                        <a:t>Class 4</a:t>
                      </a:r>
                    </a:p>
                  </a:txBody>
                  <a:tcPr marL="91425" marR="91425" marT="91425" marB="91425" horzOverflow="overflow"/>
                </a:tc>
                <a:tc>
                  <a:txBody>
                    <a:bodyPr/>
                    <a:lstStyle/>
                    <a:p>
                      <a:pPr algn="l">
                        <a:defRPr sz="1400"/>
                      </a:pPr>
                      <a:r>
                        <a:t>Class 5</a:t>
                      </a:r>
                    </a:p>
                  </a:txBody>
                  <a:tcPr marL="91425" marR="91425" marT="91425" marB="91425" horzOverflow="overflow"/>
                </a:tc>
                <a:tc>
                  <a:txBody>
                    <a:bodyPr/>
                    <a:lstStyle/>
                    <a:p>
                      <a:pPr algn="l">
                        <a:defRPr sz="1400"/>
                      </a:pPr>
                      <a:r>
                        <a:t>Class 6</a:t>
                      </a:r>
                    </a:p>
                  </a:txBody>
                  <a:tcPr marL="91425" marR="91425" marT="91425" marB="91425" horzOverflow="overflow"/>
                </a:tc>
                <a:tc>
                  <a:txBody>
                    <a:bodyPr/>
                    <a:lstStyle/>
                    <a:p>
                      <a:pPr algn="l">
                        <a:defRPr sz="1400"/>
                      </a:pPr>
                      <a:r>
                        <a:t>Class 7</a:t>
                      </a:r>
                    </a:p>
                  </a:txBody>
                  <a:tcPr marL="91425" marR="91425" marT="91425" marB="91425" horzOverflow="overflow"/>
                </a:tc>
                <a:tc>
                  <a:txBody>
                    <a:bodyPr/>
                    <a:lstStyle/>
                    <a:p>
                      <a:pPr algn="l">
                        <a:defRPr sz="1400"/>
                      </a:pPr>
                      <a:r>
                        <a:t>Class 8</a:t>
                      </a:r>
                    </a:p>
                  </a:txBody>
                  <a:tcPr marL="91425" marR="91425" marT="91425" marB="91425" horzOverflow="overflow"/>
                </a:tc>
                <a:tc>
                  <a:txBody>
                    <a:bodyPr/>
                    <a:lstStyle/>
                    <a:p>
                      <a:pPr algn="l">
                        <a:defRPr sz="1400"/>
                      </a:pPr>
                      <a:r>
                        <a:t>Class 9</a:t>
                      </a:r>
                    </a:p>
                  </a:txBody>
                  <a:tcPr marL="91425" marR="91425" marT="91425" marB="91425" horzOverflow="overflow"/>
                </a:tc>
                <a:extLst>
                  <a:ext uri="{0D108BD9-81ED-4DB2-BD59-A6C34878D82A}">
                    <a16:rowId xmlns:a16="http://schemas.microsoft.com/office/drawing/2014/main" val="10000"/>
                  </a:ext>
                </a:extLst>
              </a:tr>
              <a:tr h="606475">
                <a:tc>
                  <a:txBody>
                    <a:bodyPr/>
                    <a:lstStyle/>
                    <a:p>
                      <a:pPr algn="l">
                        <a:defRPr sz="1800"/>
                      </a:pPr>
                      <a:r>
                        <a:rPr sz="1400"/>
                        <a:t>beta=?</a:t>
                      </a:r>
                    </a:p>
                  </a:txBody>
                  <a:tcPr marL="91425" marR="91425" marT="91425" marB="91425" horzOverflow="overflow"/>
                </a:tc>
                <a:tc>
                  <a:txBody>
                    <a:bodyPr/>
                    <a:lstStyle/>
                    <a:p>
                      <a:pPr algn="l">
                        <a:defRPr sz="1400"/>
                      </a:pPr>
                      <a:endParaRPr/>
                    </a:p>
                  </a:txBody>
                  <a:tcPr marL="91425" marR="91425" marT="91425" marB="91425" horzOverflow="overflow"/>
                </a:tc>
                <a:tc>
                  <a:txBody>
                    <a:bodyPr/>
                    <a:lstStyle/>
                    <a:p>
                      <a:pPr algn="l">
                        <a:defRPr sz="1400"/>
                      </a:pPr>
                      <a:endParaRPr/>
                    </a:p>
                  </a:txBody>
                  <a:tcPr marL="91425" marR="91425" marT="91425" marB="91425" horzOverflow="overflow"/>
                </a:tc>
                <a:tc>
                  <a:txBody>
                    <a:bodyPr/>
                    <a:lstStyle/>
                    <a:p>
                      <a:pPr algn="l">
                        <a:defRPr sz="1400"/>
                      </a:pPr>
                      <a:endParaRPr/>
                    </a:p>
                  </a:txBody>
                  <a:tcPr marL="91425" marR="91425" marT="91425" marB="91425" horzOverflow="overflow"/>
                </a:tc>
                <a:tc>
                  <a:txBody>
                    <a:bodyPr/>
                    <a:lstStyle/>
                    <a:p>
                      <a:pPr algn="l">
                        <a:defRPr sz="1400"/>
                      </a:pPr>
                      <a:endParaRPr/>
                    </a:p>
                  </a:txBody>
                  <a:tcPr marL="91425" marR="91425" marT="91425" marB="91425" horzOverflow="overflow"/>
                </a:tc>
                <a:tc>
                  <a:txBody>
                    <a:bodyPr/>
                    <a:lstStyle/>
                    <a:p>
                      <a:pPr algn="l">
                        <a:defRPr sz="1400"/>
                      </a:pPr>
                      <a:endParaRPr/>
                    </a:p>
                  </a:txBody>
                  <a:tcPr marL="91425" marR="91425" marT="91425" marB="91425" horzOverflow="overflow"/>
                </a:tc>
                <a:tc>
                  <a:txBody>
                    <a:bodyPr/>
                    <a:lstStyle/>
                    <a:p>
                      <a:pPr algn="l">
                        <a:defRPr sz="1400"/>
                      </a:pPr>
                      <a:endParaRPr/>
                    </a:p>
                  </a:txBody>
                  <a:tcPr marL="91425" marR="91425" marT="91425" marB="91425" horzOverflow="overflow"/>
                </a:tc>
                <a:tc>
                  <a:txBody>
                    <a:bodyPr/>
                    <a:lstStyle/>
                    <a:p>
                      <a:pPr algn="l">
                        <a:defRPr sz="1400"/>
                      </a:pPr>
                      <a:endParaRPr/>
                    </a:p>
                  </a:txBody>
                  <a:tcPr marL="91425" marR="91425" marT="91425" marB="91425" horzOverflow="overflow"/>
                </a:tc>
                <a:tc>
                  <a:txBody>
                    <a:bodyPr/>
                    <a:lstStyle/>
                    <a:p>
                      <a:pPr algn="l">
                        <a:defRPr sz="1400"/>
                      </a:pPr>
                      <a:endParaRPr/>
                    </a:p>
                  </a:txBody>
                  <a:tcPr marL="91425" marR="91425" marT="91425" marB="91425" horzOverflow="overflow"/>
                </a:tc>
                <a:tc>
                  <a:txBody>
                    <a:bodyPr/>
                    <a:lstStyle/>
                    <a:p>
                      <a:pPr algn="l">
                        <a:defRPr sz="1400"/>
                      </a:pPr>
                      <a:endParaRPr/>
                    </a:p>
                  </a:txBody>
                  <a:tcPr marL="91425" marR="91425" marT="91425" marB="91425" horzOverflow="overflow"/>
                </a:tc>
                <a:tc>
                  <a:txBody>
                    <a:bodyPr/>
                    <a:lstStyle/>
                    <a:p>
                      <a:pPr algn="l">
                        <a:defRPr sz="1400"/>
                      </a:pPr>
                      <a:endParaRPr/>
                    </a:p>
                  </a:txBody>
                  <a:tcPr marL="91425" marR="91425" marT="91425" marB="91425" horzOverflow="overflow"/>
                </a:tc>
                <a:extLst>
                  <a:ext uri="{0D108BD9-81ED-4DB2-BD59-A6C34878D82A}">
                    <a16:rowId xmlns:a16="http://schemas.microsoft.com/office/drawing/2014/main" val="10001"/>
                  </a:ext>
                </a:extLst>
              </a:tr>
              <a:tr h="606475">
                <a:tc>
                  <a:txBody>
                    <a:bodyPr/>
                    <a:lstStyle/>
                    <a:p>
                      <a:pPr algn="l">
                        <a:defRPr sz="1800"/>
                      </a:pPr>
                      <a:r>
                        <a:rPr sz="1400"/>
                        <a:t>beta=?</a:t>
                      </a:r>
                    </a:p>
                  </a:txBody>
                  <a:tcPr marL="91425" marR="91425" marT="91425" marB="91425" horzOverflow="overflow"/>
                </a:tc>
                <a:tc>
                  <a:txBody>
                    <a:bodyPr/>
                    <a:lstStyle/>
                    <a:p>
                      <a:pPr algn="l">
                        <a:defRPr sz="1400"/>
                      </a:pPr>
                      <a:endParaRPr/>
                    </a:p>
                  </a:txBody>
                  <a:tcPr marL="91425" marR="91425" marT="91425" marB="91425" horzOverflow="overflow"/>
                </a:tc>
                <a:tc>
                  <a:txBody>
                    <a:bodyPr/>
                    <a:lstStyle/>
                    <a:p>
                      <a:pPr algn="l">
                        <a:defRPr sz="1400"/>
                      </a:pPr>
                      <a:endParaRPr/>
                    </a:p>
                  </a:txBody>
                  <a:tcPr marL="91425" marR="91425" marT="91425" marB="91425" horzOverflow="overflow"/>
                </a:tc>
                <a:tc>
                  <a:txBody>
                    <a:bodyPr/>
                    <a:lstStyle/>
                    <a:p>
                      <a:pPr algn="l">
                        <a:defRPr sz="1400"/>
                      </a:pPr>
                      <a:endParaRPr/>
                    </a:p>
                  </a:txBody>
                  <a:tcPr marL="91425" marR="91425" marT="91425" marB="91425" horzOverflow="overflow"/>
                </a:tc>
                <a:tc>
                  <a:txBody>
                    <a:bodyPr/>
                    <a:lstStyle/>
                    <a:p>
                      <a:pPr algn="l">
                        <a:defRPr sz="1400"/>
                      </a:pPr>
                      <a:endParaRPr/>
                    </a:p>
                  </a:txBody>
                  <a:tcPr marL="91425" marR="91425" marT="91425" marB="91425" horzOverflow="overflow"/>
                </a:tc>
                <a:tc>
                  <a:txBody>
                    <a:bodyPr/>
                    <a:lstStyle/>
                    <a:p>
                      <a:pPr algn="l">
                        <a:defRPr sz="1400"/>
                      </a:pPr>
                      <a:endParaRPr/>
                    </a:p>
                  </a:txBody>
                  <a:tcPr marL="91425" marR="91425" marT="91425" marB="91425" horzOverflow="overflow"/>
                </a:tc>
                <a:tc>
                  <a:txBody>
                    <a:bodyPr/>
                    <a:lstStyle/>
                    <a:p>
                      <a:pPr algn="l">
                        <a:defRPr sz="1400"/>
                      </a:pPr>
                      <a:endParaRPr/>
                    </a:p>
                  </a:txBody>
                  <a:tcPr marL="91425" marR="91425" marT="91425" marB="91425" horzOverflow="overflow"/>
                </a:tc>
                <a:tc>
                  <a:txBody>
                    <a:bodyPr/>
                    <a:lstStyle/>
                    <a:p>
                      <a:pPr algn="l">
                        <a:defRPr sz="1400"/>
                      </a:pPr>
                      <a:endParaRPr/>
                    </a:p>
                  </a:txBody>
                  <a:tcPr marL="91425" marR="91425" marT="91425" marB="91425" horzOverflow="overflow"/>
                </a:tc>
                <a:tc>
                  <a:txBody>
                    <a:bodyPr/>
                    <a:lstStyle/>
                    <a:p>
                      <a:pPr algn="l">
                        <a:defRPr sz="1400"/>
                      </a:pPr>
                      <a:endParaRPr/>
                    </a:p>
                  </a:txBody>
                  <a:tcPr marL="91425" marR="91425" marT="91425" marB="91425" horzOverflow="overflow"/>
                </a:tc>
                <a:tc>
                  <a:txBody>
                    <a:bodyPr/>
                    <a:lstStyle/>
                    <a:p>
                      <a:pPr algn="l">
                        <a:defRPr sz="1400"/>
                      </a:pPr>
                      <a:endParaRPr/>
                    </a:p>
                  </a:txBody>
                  <a:tcPr marL="91425" marR="91425" marT="91425" marB="91425" horzOverflow="overflow"/>
                </a:tc>
                <a:tc>
                  <a:txBody>
                    <a:bodyPr/>
                    <a:lstStyle/>
                    <a:p>
                      <a:pPr algn="l">
                        <a:defRPr sz="1400"/>
                      </a:pPr>
                      <a:endParaRPr/>
                    </a:p>
                  </a:txBody>
                  <a:tcPr marL="91425" marR="91425" marT="91425" marB="91425" horzOverflow="overflow"/>
                </a:tc>
                <a:extLst>
                  <a:ext uri="{0D108BD9-81ED-4DB2-BD59-A6C34878D82A}">
                    <a16:rowId xmlns:a16="http://schemas.microsoft.com/office/drawing/2014/main" val="10002"/>
                  </a:ext>
                </a:extLst>
              </a:tr>
            </a:tbl>
          </a:graphicData>
        </a:graphic>
      </p:graphicFrame>
    </p:spTree>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 name="Google Shape;89;p19"/>
          <p:cNvSpPr txBox="1">
            <a:spLocks noGrp="1"/>
          </p:cNvSpPr>
          <p:nvPr>
            <p:ph type="body" idx="1"/>
          </p:nvPr>
        </p:nvSpPr>
        <p:spPr>
          <a:xfrm>
            <a:off x="311699" y="1152475"/>
            <a:ext cx="8520602" cy="3416400"/>
          </a:xfrm>
          <a:prstGeom prst="rect">
            <a:avLst/>
          </a:prstGeom>
        </p:spPr>
        <p:txBody>
          <a:bodyPr/>
          <a:lstStyle>
            <a:lvl1pPr marL="0" indent="0">
              <a:buSzTx/>
              <a:buNone/>
            </a:lvl1pPr>
          </a:lstStyle>
          <a:p>
            <a:r>
              <a:t>Put your results of CE loss and CB-Focal Loss(best) together:</a:t>
            </a:r>
          </a:p>
        </p:txBody>
      </p:sp>
      <p:graphicFrame>
        <p:nvGraphicFramePr>
          <p:cNvPr id="131" name="Google Shape;90;p19"/>
          <p:cNvGraphicFramePr/>
          <p:nvPr/>
        </p:nvGraphicFramePr>
        <p:xfrm>
          <a:off x="378649" y="2387774"/>
          <a:ext cx="8588000" cy="1822520"/>
        </p:xfrm>
        <a:graphic>
          <a:graphicData uri="http://schemas.openxmlformats.org/drawingml/2006/table">
            <a:tbl>
              <a:tblPr>
                <a:tableStyleId>{4C3C2611-4C71-4FC5-86AE-919BDF0F9419}</a:tableStyleId>
              </a:tblPr>
              <a:tblGrid>
                <a:gridCol w="932825">
                  <a:extLst>
                    <a:ext uri="{9D8B030D-6E8A-4147-A177-3AD203B41FA5}">
                      <a16:colId xmlns:a16="http://schemas.microsoft.com/office/drawing/2014/main" val="20000"/>
                    </a:ext>
                  </a:extLst>
                </a:gridCol>
                <a:gridCol w="711600">
                  <a:extLst>
                    <a:ext uri="{9D8B030D-6E8A-4147-A177-3AD203B41FA5}">
                      <a16:colId xmlns:a16="http://schemas.microsoft.com/office/drawing/2014/main" val="20001"/>
                    </a:ext>
                  </a:extLst>
                </a:gridCol>
                <a:gridCol w="670150">
                  <a:extLst>
                    <a:ext uri="{9D8B030D-6E8A-4147-A177-3AD203B41FA5}">
                      <a16:colId xmlns:a16="http://schemas.microsoft.com/office/drawing/2014/main" val="20002"/>
                    </a:ext>
                  </a:extLst>
                </a:gridCol>
                <a:gridCol w="697700">
                  <a:extLst>
                    <a:ext uri="{9D8B030D-6E8A-4147-A177-3AD203B41FA5}">
                      <a16:colId xmlns:a16="http://schemas.microsoft.com/office/drawing/2014/main" val="20003"/>
                    </a:ext>
                  </a:extLst>
                </a:gridCol>
                <a:gridCol w="863725">
                  <a:extLst>
                    <a:ext uri="{9D8B030D-6E8A-4147-A177-3AD203B41FA5}">
                      <a16:colId xmlns:a16="http://schemas.microsoft.com/office/drawing/2014/main" val="20004"/>
                    </a:ext>
                  </a:extLst>
                </a:gridCol>
                <a:gridCol w="808375">
                  <a:extLst>
                    <a:ext uri="{9D8B030D-6E8A-4147-A177-3AD203B41FA5}">
                      <a16:colId xmlns:a16="http://schemas.microsoft.com/office/drawing/2014/main" val="20005"/>
                    </a:ext>
                  </a:extLst>
                </a:gridCol>
                <a:gridCol w="780725">
                  <a:extLst>
                    <a:ext uri="{9D8B030D-6E8A-4147-A177-3AD203B41FA5}">
                      <a16:colId xmlns:a16="http://schemas.microsoft.com/office/drawing/2014/main" val="20006"/>
                    </a:ext>
                  </a:extLst>
                </a:gridCol>
                <a:gridCol w="780725">
                  <a:extLst>
                    <a:ext uri="{9D8B030D-6E8A-4147-A177-3AD203B41FA5}">
                      <a16:colId xmlns:a16="http://schemas.microsoft.com/office/drawing/2014/main" val="20007"/>
                    </a:ext>
                  </a:extLst>
                </a:gridCol>
                <a:gridCol w="780725">
                  <a:extLst>
                    <a:ext uri="{9D8B030D-6E8A-4147-A177-3AD203B41FA5}">
                      <a16:colId xmlns:a16="http://schemas.microsoft.com/office/drawing/2014/main" val="20008"/>
                    </a:ext>
                  </a:extLst>
                </a:gridCol>
                <a:gridCol w="780725">
                  <a:extLst>
                    <a:ext uri="{9D8B030D-6E8A-4147-A177-3AD203B41FA5}">
                      <a16:colId xmlns:a16="http://schemas.microsoft.com/office/drawing/2014/main" val="20009"/>
                    </a:ext>
                  </a:extLst>
                </a:gridCol>
                <a:gridCol w="780725">
                  <a:extLst>
                    <a:ext uri="{9D8B030D-6E8A-4147-A177-3AD203B41FA5}">
                      <a16:colId xmlns:a16="http://schemas.microsoft.com/office/drawing/2014/main" val="20010"/>
                    </a:ext>
                  </a:extLst>
                </a:gridCol>
              </a:tblGrid>
              <a:tr h="594150">
                <a:tc>
                  <a:txBody>
                    <a:bodyPr/>
                    <a:lstStyle/>
                    <a:p>
                      <a:pPr algn="l">
                        <a:defRPr sz="1400"/>
                      </a:pPr>
                      <a:endParaRPr/>
                    </a:p>
                  </a:txBody>
                  <a:tcPr marL="91425" marR="91425" marT="91425" marB="91425" horzOverflow="overflow"/>
                </a:tc>
                <a:tc>
                  <a:txBody>
                    <a:bodyPr/>
                    <a:lstStyle/>
                    <a:p>
                      <a:pPr algn="l">
                        <a:defRPr sz="1800"/>
                      </a:pPr>
                      <a:r>
                        <a:rPr sz="1400"/>
                        <a:t>Class 
0</a:t>
                      </a:r>
                    </a:p>
                  </a:txBody>
                  <a:tcPr marL="91425" marR="91425" marT="91425" marB="91425" horzOverflow="overflow"/>
                </a:tc>
                <a:tc>
                  <a:txBody>
                    <a:bodyPr/>
                    <a:lstStyle/>
                    <a:p>
                      <a:pPr algn="l">
                        <a:defRPr sz="1400"/>
                      </a:pPr>
                      <a:r>
                        <a:t>Class</a:t>
                      </a:r>
                    </a:p>
                    <a:p>
                      <a:pPr algn="l">
                        <a:defRPr sz="1400"/>
                      </a:pPr>
                      <a:r>
                        <a:t>1</a:t>
                      </a:r>
                    </a:p>
                  </a:txBody>
                  <a:tcPr marL="91425" marR="91425" marT="91425" marB="91425" horzOverflow="overflow"/>
                </a:tc>
                <a:tc>
                  <a:txBody>
                    <a:bodyPr/>
                    <a:lstStyle/>
                    <a:p>
                      <a:pPr algn="l">
                        <a:defRPr sz="1800"/>
                      </a:pPr>
                      <a:r>
                        <a:rPr sz="1400"/>
                        <a:t>Class
2</a:t>
                      </a:r>
                    </a:p>
                  </a:txBody>
                  <a:tcPr marL="91425" marR="91425" marT="91425" marB="91425" horzOverflow="overflow"/>
                </a:tc>
                <a:tc>
                  <a:txBody>
                    <a:bodyPr/>
                    <a:lstStyle/>
                    <a:p>
                      <a:pPr algn="l">
                        <a:defRPr sz="1400"/>
                      </a:pPr>
                      <a:r>
                        <a:t>Class 3</a:t>
                      </a:r>
                    </a:p>
                  </a:txBody>
                  <a:tcPr marL="91425" marR="91425" marT="91425" marB="91425" horzOverflow="overflow"/>
                </a:tc>
                <a:tc>
                  <a:txBody>
                    <a:bodyPr/>
                    <a:lstStyle/>
                    <a:p>
                      <a:pPr algn="l">
                        <a:defRPr sz="1400"/>
                      </a:pPr>
                      <a:r>
                        <a:t>Class 4</a:t>
                      </a:r>
                    </a:p>
                  </a:txBody>
                  <a:tcPr marL="91425" marR="91425" marT="91425" marB="91425" horzOverflow="overflow"/>
                </a:tc>
                <a:tc>
                  <a:txBody>
                    <a:bodyPr/>
                    <a:lstStyle/>
                    <a:p>
                      <a:pPr algn="l">
                        <a:defRPr sz="1400"/>
                      </a:pPr>
                      <a:r>
                        <a:t>Class 5</a:t>
                      </a:r>
                    </a:p>
                  </a:txBody>
                  <a:tcPr marL="91425" marR="91425" marT="91425" marB="91425" horzOverflow="overflow"/>
                </a:tc>
                <a:tc>
                  <a:txBody>
                    <a:bodyPr/>
                    <a:lstStyle/>
                    <a:p>
                      <a:pPr algn="l">
                        <a:defRPr sz="1400"/>
                      </a:pPr>
                      <a:r>
                        <a:t>Class 6</a:t>
                      </a:r>
                    </a:p>
                  </a:txBody>
                  <a:tcPr marL="91425" marR="91425" marT="91425" marB="91425" horzOverflow="overflow"/>
                </a:tc>
                <a:tc>
                  <a:txBody>
                    <a:bodyPr/>
                    <a:lstStyle/>
                    <a:p>
                      <a:pPr algn="l">
                        <a:defRPr sz="1400"/>
                      </a:pPr>
                      <a:r>
                        <a:t>Class 7</a:t>
                      </a:r>
                    </a:p>
                  </a:txBody>
                  <a:tcPr marL="91425" marR="91425" marT="91425" marB="91425" horzOverflow="overflow"/>
                </a:tc>
                <a:tc>
                  <a:txBody>
                    <a:bodyPr/>
                    <a:lstStyle/>
                    <a:p>
                      <a:pPr algn="l">
                        <a:defRPr sz="1400"/>
                      </a:pPr>
                      <a:r>
                        <a:t>Class 8</a:t>
                      </a:r>
                    </a:p>
                  </a:txBody>
                  <a:tcPr marL="91425" marR="91425" marT="91425" marB="91425" horzOverflow="overflow"/>
                </a:tc>
                <a:tc>
                  <a:txBody>
                    <a:bodyPr/>
                    <a:lstStyle/>
                    <a:p>
                      <a:pPr algn="l">
                        <a:defRPr sz="1400"/>
                      </a:pPr>
                      <a:r>
                        <a:t>Class 9</a:t>
                      </a:r>
                    </a:p>
                  </a:txBody>
                  <a:tcPr marL="91425" marR="91425" marT="91425" marB="91425" horzOverflow="overflow"/>
                </a:tc>
                <a:extLst>
                  <a:ext uri="{0D108BD9-81ED-4DB2-BD59-A6C34878D82A}">
                    <a16:rowId xmlns:a16="http://schemas.microsoft.com/office/drawing/2014/main" val="10000"/>
                  </a:ext>
                </a:extLst>
              </a:tr>
              <a:tr h="606475">
                <a:tc>
                  <a:txBody>
                    <a:bodyPr/>
                    <a:lstStyle/>
                    <a:p>
                      <a:pPr algn="l">
                        <a:defRPr sz="1800"/>
                      </a:pPr>
                      <a:r>
                        <a:rPr sz="1400"/>
                        <a:t>CE Loss</a:t>
                      </a:r>
                    </a:p>
                  </a:txBody>
                  <a:tcPr marL="91425" marR="91425" marT="91425" marB="91425" horzOverflow="overflow"/>
                </a:tc>
                <a:tc>
                  <a:txBody>
                    <a:bodyPr/>
                    <a:lstStyle/>
                    <a:p>
                      <a:pPr algn="l">
                        <a:defRPr sz="1400"/>
                      </a:pPr>
                      <a:endParaRPr/>
                    </a:p>
                  </a:txBody>
                  <a:tcPr marL="91425" marR="91425" marT="91425" marB="91425" horzOverflow="overflow"/>
                </a:tc>
                <a:tc>
                  <a:txBody>
                    <a:bodyPr/>
                    <a:lstStyle/>
                    <a:p>
                      <a:pPr algn="l">
                        <a:defRPr sz="1400"/>
                      </a:pPr>
                      <a:endParaRPr/>
                    </a:p>
                  </a:txBody>
                  <a:tcPr marL="91425" marR="91425" marT="91425" marB="91425" horzOverflow="overflow"/>
                </a:tc>
                <a:tc>
                  <a:txBody>
                    <a:bodyPr/>
                    <a:lstStyle/>
                    <a:p>
                      <a:pPr algn="l">
                        <a:defRPr sz="1400"/>
                      </a:pPr>
                      <a:endParaRPr/>
                    </a:p>
                  </a:txBody>
                  <a:tcPr marL="91425" marR="91425" marT="91425" marB="91425" horzOverflow="overflow"/>
                </a:tc>
                <a:tc>
                  <a:txBody>
                    <a:bodyPr/>
                    <a:lstStyle/>
                    <a:p>
                      <a:pPr algn="l">
                        <a:defRPr sz="1400"/>
                      </a:pPr>
                      <a:endParaRPr/>
                    </a:p>
                  </a:txBody>
                  <a:tcPr marL="91425" marR="91425" marT="91425" marB="91425" horzOverflow="overflow"/>
                </a:tc>
                <a:tc>
                  <a:txBody>
                    <a:bodyPr/>
                    <a:lstStyle/>
                    <a:p>
                      <a:pPr algn="l">
                        <a:defRPr sz="1400"/>
                      </a:pPr>
                      <a:endParaRPr/>
                    </a:p>
                  </a:txBody>
                  <a:tcPr marL="91425" marR="91425" marT="91425" marB="91425" horzOverflow="overflow"/>
                </a:tc>
                <a:tc>
                  <a:txBody>
                    <a:bodyPr/>
                    <a:lstStyle/>
                    <a:p>
                      <a:pPr algn="l">
                        <a:defRPr sz="1400"/>
                      </a:pPr>
                      <a:endParaRPr/>
                    </a:p>
                  </a:txBody>
                  <a:tcPr marL="91425" marR="91425" marT="91425" marB="91425" horzOverflow="overflow"/>
                </a:tc>
                <a:tc>
                  <a:txBody>
                    <a:bodyPr/>
                    <a:lstStyle/>
                    <a:p>
                      <a:pPr algn="l">
                        <a:defRPr sz="1400"/>
                      </a:pPr>
                      <a:endParaRPr/>
                    </a:p>
                  </a:txBody>
                  <a:tcPr marL="91425" marR="91425" marT="91425" marB="91425" horzOverflow="overflow"/>
                </a:tc>
                <a:tc>
                  <a:txBody>
                    <a:bodyPr/>
                    <a:lstStyle/>
                    <a:p>
                      <a:pPr algn="l">
                        <a:defRPr sz="1400"/>
                      </a:pPr>
                      <a:endParaRPr/>
                    </a:p>
                  </a:txBody>
                  <a:tcPr marL="91425" marR="91425" marT="91425" marB="91425" horzOverflow="overflow"/>
                </a:tc>
                <a:tc>
                  <a:txBody>
                    <a:bodyPr/>
                    <a:lstStyle/>
                    <a:p>
                      <a:pPr algn="l">
                        <a:defRPr sz="1400"/>
                      </a:pPr>
                      <a:endParaRPr/>
                    </a:p>
                  </a:txBody>
                  <a:tcPr marL="91425" marR="91425" marT="91425" marB="91425" horzOverflow="overflow"/>
                </a:tc>
                <a:tc>
                  <a:txBody>
                    <a:bodyPr/>
                    <a:lstStyle/>
                    <a:p>
                      <a:pPr algn="l">
                        <a:defRPr sz="1400"/>
                      </a:pPr>
                      <a:endParaRPr/>
                    </a:p>
                  </a:txBody>
                  <a:tcPr marL="91425" marR="91425" marT="91425" marB="91425" horzOverflow="overflow"/>
                </a:tc>
                <a:extLst>
                  <a:ext uri="{0D108BD9-81ED-4DB2-BD59-A6C34878D82A}">
                    <a16:rowId xmlns:a16="http://schemas.microsoft.com/office/drawing/2014/main" val="10001"/>
                  </a:ext>
                </a:extLst>
              </a:tr>
              <a:tr h="606475">
                <a:tc>
                  <a:txBody>
                    <a:bodyPr/>
                    <a:lstStyle/>
                    <a:p>
                      <a:pPr algn="l">
                        <a:defRPr sz="1800"/>
                      </a:pPr>
                      <a:r>
                        <a:rPr sz="1400"/>
                        <a:t>CB-Focal</a:t>
                      </a:r>
                    </a:p>
                  </a:txBody>
                  <a:tcPr marL="91425" marR="91425" marT="91425" marB="91425" horzOverflow="overflow"/>
                </a:tc>
                <a:tc>
                  <a:txBody>
                    <a:bodyPr/>
                    <a:lstStyle/>
                    <a:p>
                      <a:pPr algn="l">
                        <a:defRPr sz="1400"/>
                      </a:pPr>
                      <a:endParaRPr/>
                    </a:p>
                  </a:txBody>
                  <a:tcPr marL="91425" marR="91425" marT="91425" marB="91425" horzOverflow="overflow"/>
                </a:tc>
                <a:tc>
                  <a:txBody>
                    <a:bodyPr/>
                    <a:lstStyle/>
                    <a:p>
                      <a:pPr algn="l">
                        <a:defRPr sz="1400"/>
                      </a:pPr>
                      <a:endParaRPr/>
                    </a:p>
                  </a:txBody>
                  <a:tcPr marL="91425" marR="91425" marT="91425" marB="91425" horzOverflow="overflow"/>
                </a:tc>
                <a:tc>
                  <a:txBody>
                    <a:bodyPr/>
                    <a:lstStyle/>
                    <a:p>
                      <a:pPr algn="l">
                        <a:defRPr sz="1400"/>
                      </a:pPr>
                      <a:endParaRPr/>
                    </a:p>
                  </a:txBody>
                  <a:tcPr marL="91425" marR="91425" marT="91425" marB="91425" horzOverflow="overflow"/>
                </a:tc>
                <a:tc>
                  <a:txBody>
                    <a:bodyPr/>
                    <a:lstStyle/>
                    <a:p>
                      <a:pPr algn="l">
                        <a:defRPr sz="1400"/>
                      </a:pPr>
                      <a:endParaRPr/>
                    </a:p>
                  </a:txBody>
                  <a:tcPr marL="91425" marR="91425" marT="91425" marB="91425" horzOverflow="overflow"/>
                </a:tc>
                <a:tc>
                  <a:txBody>
                    <a:bodyPr/>
                    <a:lstStyle/>
                    <a:p>
                      <a:pPr algn="l">
                        <a:defRPr sz="1400"/>
                      </a:pPr>
                      <a:endParaRPr/>
                    </a:p>
                  </a:txBody>
                  <a:tcPr marL="91425" marR="91425" marT="91425" marB="91425" horzOverflow="overflow"/>
                </a:tc>
                <a:tc>
                  <a:txBody>
                    <a:bodyPr/>
                    <a:lstStyle/>
                    <a:p>
                      <a:pPr algn="l">
                        <a:defRPr sz="1400"/>
                      </a:pPr>
                      <a:endParaRPr/>
                    </a:p>
                  </a:txBody>
                  <a:tcPr marL="91425" marR="91425" marT="91425" marB="91425" horzOverflow="overflow"/>
                </a:tc>
                <a:tc>
                  <a:txBody>
                    <a:bodyPr/>
                    <a:lstStyle/>
                    <a:p>
                      <a:pPr algn="l">
                        <a:defRPr sz="1400"/>
                      </a:pPr>
                      <a:endParaRPr/>
                    </a:p>
                  </a:txBody>
                  <a:tcPr marL="91425" marR="91425" marT="91425" marB="91425" horzOverflow="overflow"/>
                </a:tc>
                <a:tc>
                  <a:txBody>
                    <a:bodyPr/>
                    <a:lstStyle/>
                    <a:p>
                      <a:pPr algn="l">
                        <a:defRPr sz="1400"/>
                      </a:pPr>
                      <a:endParaRPr/>
                    </a:p>
                  </a:txBody>
                  <a:tcPr marL="91425" marR="91425" marT="91425" marB="91425" horzOverflow="overflow"/>
                </a:tc>
                <a:tc>
                  <a:txBody>
                    <a:bodyPr/>
                    <a:lstStyle/>
                    <a:p>
                      <a:pPr algn="l">
                        <a:defRPr sz="1400"/>
                      </a:pPr>
                      <a:endParaRPr/>
                    </a:p>
                  </a:txBody>
                  <a:tcPr marL="91425" marR="91425" marT="91425" marB="91425" horzOverflow="overflow"/>
                </a:tc>
                <a:tc>
                  <a:txBody>
                    <a:bodyPr/>
                    <a:lstStyle/>
                    <a:p>
                      <a:pPr algn="l">
                        <a:defRPr sz="1400"/>
                      </a:pPr>
                      <a:endParaRPr/>
                    </a:p>
                  </a:txBody>
                  <a:tcPr marL="91425" marR="91425" marT="91425" marB="91425" horzOverflow="overflow"/>
                </a:tc>
                <a:extLst>
                  <a:ext uri="{0D108BD9-81ED-4DB2-BD59-A6C34878D82A}">
                    <a16:rowId xmlns:a16="http://schemas.microsoft.com/office/drawing/2014/main" val="10002"/>
                  </a:ext>
                </a:extLst>
              </a:tr>
            </a:tbl>
          </a:graphicData>
        </a:graphic>
      </p:graphicFrame>
    </p:spTree>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 name="Google Shape;95;p20"/>
          <p:cNvSpPr txBox="1">
            <a:spLocks noGrp="1"/>
          </p:cNvSpPr>
          <p:nvPr>
            <p:ph type="body" idx="1"/>
          </p:nvPr>
        </p:nvSpPr>
        <p:spPr>
          <a:xfrm>
            <a:off x="311699" y="219967"/>
            <a:ext cx="8520602" cy="4433513"/>
          </a:xfrm>
          <a:prstGeom prst="rect">
            <a:avLst/>
          </a:prstGeom>
        </p:spPr>
        <p:txBody>
          <a:bodyPr/>
          <a:lstStyle>
            <a:lvl1pPr marL="0" indent="0">
              <a:spcBef>
                <a:spcPts val="1600"/>
              </a:spcBef>
              <a:buSzTx/>
              <a:buNone/>
            </a:lvl1pPr>
          </a:lstStyle>
          <a:p>
            <a:r>
              <a:rPr dirty="0"/>
              <a:t>Describe and explain your observation on the result:</a:t>
            </a:r>
            <a:r>
              <a:rPr lang="en-US" dirty="0"/>
              <a:t>  </a:t>
            </a:r>
            <a:r>
              <a:rPr lang="en-US" sz="900" i="1" dirty="0">
                <a:solidFill>
                  <a:srgbClr val="0070C0"/>
                </a:solidFill>
              </a:rPr>
              <a:t>Explanation should go into </a:t>
            </a:r>
            <a:r>
              <a:rPr lang="en-US" sz="900" b="1" i="1" dirty="0">
                <a:solidFill>
                  <a:srgbClr val="0070C0"/>
                </a:solidFill>
              </a:rPr>
              <a:t>WHY</a:t>
            </a:r>
            <a:r>
              <a:rPr lang="en-US" sz="900" i="1" dirty="0">
                <a:solidFill>
                  <a:srgbClr val="0070C0"/>
                </a:solidFill>
              </a:rPr>
              <a:t> things work the way they do in the context of Machine Learning theory/intuition, along with justification for your experimentation methodology. </a:t>
            </a:r>
            <a:r>
              <a:rPr lang="en-US" sz="900" b="1" i="1" dirty="0">
                <a:solidFill>
                  <a:srgbClr val="0070C0"/>
                </a:solidFill>
              </a:rPr>
              <a:t>DO NOT </a:t>
            </a:r>
            <a:r>
              <a:rPr lang="en-US" sz="900" i="1" dirty="0">
                <a:solidFill>
                  <a:srgbClr val="0070C0"/>
                </a:solidFill>
              </a:rPr>
              <a:t>just describe the results, you should explain the reasoning behind your choices and what behavior you expected. Also, be cognizant of the best way to mindful and show the results that best emphasizes your key observations. If you need more than one slide to answer the question, you are free to create new slides.</a:t>
            </a:r>
            <a:endParaRPr dirty="0"/>
          </a:p>
        </p:txBody>
      </p:sp>
    </p:spTree>
  </p:cSld>
  <p:clrMapOvr>
    <a:masterClrMapping/>
  </p:clrMapOvr>
  <p:transition spd="med"/>
</p:sld>
</file>

<file path=ppt/theme/theme1.xml><?xml version="1.0" encoding="utf-8"?>
<a:theme xmlns:a="http://schemas.openxmlformats.org/drawingml/2006/main" name="Simple Light">
  <a:themeElements>
    <a:clrScheme name="Simple Light">
      <a:dk1>
        <a:srgbClr val="000000"/>
      </a:dk1>
      <a:lt1>
        <a:srgbClr val="FFFFFF"/>
      </a:lt1>
      <a:dk2>
        <a:srgbClr val="A7A7A7"/>
      </a:dk2>
      <a:lt2>
        <a:srgbClr val="535353"/>
      </a:lt2>
      <a:accent1>
        <a:srgbClr val="FFAB40"/>
      </a:accent1>
      <a:accent2>
        <a:srgbClr val="212121"/>
      </a:accent2>
      <a:accent3>
        <a:srgbClr val="78909C"/>
      </a:accent3>
      <a:accent4>
        <a:srgbClr val="8F6024"/>
      </a:accent4>
      <a:accent5>
        <a:srgbClr val="0097A7"/>
      </a:accent5>
      <a:accent6>
        <a:srgbClr val="EEFF41"/>
      </a:accent6>
      <a:hlink>
        <a:srgbClr val="0000FF"/>
      </a:hlink>
      <a:folHlink>
        <a:srgbClr val="FF00FF"/>
      </a:folHlink>
    </a:clrScheme>
    <a:fontScheme name="Simple Light">
      <a:majorFont>
        <a:latin typeface="Helvetica"/>
        <a:ea typeface="Helvetica"/>
        <a:cs typeface="Helvetica"/>
      </a:majorFont>
      <a:minorFont>
        <a:latin typeface="Arial"/>
        <a:ea typeface="Arial"/>
        <a:cs typeface="Arial"/>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0" tIns="0" rIns="0" bIns="0"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0" tIns="0" rIns="0" bIns="0"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Simple Light">
  <a:themeElements>
    <a:clrScheme name="Simple Light">
      <a:dk1>
        <a:srgbClr val="000000"/>
      </a:dk1>
      <a:lt1>
        <a:srgbClr val="FFFFFF"/>
      </a:lt1>
      <a:dk2>
        <a:srgbClr val="A7A7A7"/>
      </a:dk2>
      <a:lt2>
        <a:srgbClr val="535353"/>
      </a:lt2>
      <a:accent1>
        <a:srgbClr val="FFAB40"/>
      </a:accent1>
      <a:accent2>
        <a:srgbClr val="212121"/>
      </a:accent2>
      <a:accent3>
        <a:srgbClr val="78909C"/>
      </a:accent3>
      <a:accent4>
        <a:srgbClr val="8F6024"/>
      </a:accent4>
      <a:accent5>
        <a:srgbClr val="0097A7"/>
      </a:accent5>
      <a:accent6>
        <a:srgbClr val="EEFF41"/>
      </a:accent6>
      <a:hlink>
        <a:srgbClr val="0000FF"/>
      </a:hlink>
      <a:folHlink>
        <a:srgbClr val="FF00FF"/>
      </a:folHlink>
    </a:clrScheme>
    <a:fontScheme name="Simple Light">
      <a:majorFont>
        <a:latin typeface="Helvetica"/>
        <a:ea typeface="Helvetica"/>
        <a:cs typeface="Helvetica"/>
      </a:majorFont>
      <a:minorFont>
        <a:latin typeface="Arial"/>
        <a:ea typeface="Arial"/>
        <a:cs typeface="Arial"/>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0" tIns="0" rIns="0" bIns="0"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0" tIns="0" rIns="0" bIns="0"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54</TotalTime>
  <Words>425</Words>
  <Application>Microsoft Macintosh PowerPoint</Application>
  <PresentationFormat>On-screen Show (16:9)</PresentationFormat>
  <Paragraphs>63</Paragraphs>
  <Slides>18</Slides>
  <Notes>0</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18</vt:i4>
      </vt:variant>
    </vt:vector>
  </HeadingPairs>
  <TitlesOfParts>
    <vt:vector size="20" baseType="lpstr">
      <vt:lpstr>Arial</vt:lpstr>
      <vt:lpstr>Simple Light</vt:lpstr>
      <vt:lpstr>Assignment 2 Theory Problem Set DO NOT TAG</vt:lpstr>
      <vt:lpstr>Theory PS Q1. Must show your work for full credit. Feel free to add extra slides if needed.  Please write a box around your answers.</vt:lpstr>
      <vt:lpstr>Theory PS Q2. Must show your work for full credit. Feel free to add extra slides if needed.  Please write a box around your answers.</vt:lpstr>
      <vt:lpstr>Theory PS Q3.</vt:lpstr>
      <vt:lpstr>Assignment 2 Paper Review DO NOT TAG</vt:lpstr>
      <vt:lpstr>Provide a short preview of the paper of your choice.</vt:lpstr>
      <vt:lpstr>Paper specific Q1. Feel free to add extra slides if needed.</vt:lpstr>
      <vt:lpstr>Paper specific Q2. Feel free to add extra slides if needed.</vt:lpstr>
      <vt:lpstr>Assignment 2 Writeup DO NOT TAG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Assignment 2 Writeup</dc:title>
  <cp:lastModifiedBy>Tepsuporn, Scott P</cp:lastModifiedBy>
  <cp:revision>18</cp:revision>
  <dcterms:modified xsi:type="dcterms:W3CDTF">2025-05-20T02:32:44Z</dcterms:modified>
</cp:coreProperties>
</file>